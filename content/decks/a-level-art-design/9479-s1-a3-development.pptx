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AO3 carries 20 of the 60 marks in C1, more than any other objective. Say that at the start: this is the attainment that moves a 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Development is a trail of decisions. Choosing against something, in writing, with a reason, is development. Quietly dropping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what is described most sharply and what is deliberately left loose. That contrast is a decision, and decisions are what AO3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evaluate effort by default. Push them back to the written intention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822960"/>
            <a:ext cx="32918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ATTAINMENT 3 · COMPONENT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Development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most marks in the component are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Thursday 10 December  ·  Marked against AO3  ·  Announced Thursday 26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40233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BEING MARKED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reasoned no</a:t>
            </a:r>
            <a:endParaRPr lang="en-US" sz="4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earns as much</a:t>
            </a:r>
            <a:endParaRPr lang="en-US" sz="4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a yes.</a:t>
            </a:r>
            <a:endParaRPr lang="en-US" sz="4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OF UNIT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hand in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12080" y="1709928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Composed from your own recorded studies, built across two uninterrupted days, resolved and photographed.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236829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24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54480" y="26243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12080" y="2551176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road not taken, built with the same effort so the comparison is honest.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2960" y="320954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655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54480" y="34655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tests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3392424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Tests on what the critique left unresolved, and nothing else. No decoration.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405079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068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0" y="43068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plan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423367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written evaluation against your intention, plus the final composition plan with palette and materials settled.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ART &amp; DESIGN 9479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3954bcc8-cc8d-4110-bd5a-74962061a805/scratchpad/decks/img/crops/repin-stoking-fir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RESOLVED COMPOSITION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5486400"/>
            <a:ext cx="7315200" cy="932688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704088" y="5669280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5724144"/>
            <a:ext cx="6912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part of it decided: the light, the edges, what is left unfinished on purpose.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04088" y="6144768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Ilya Repin, Man in a Dressing Gown Stoking a Fire, 1909. Public domain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AO3 · DEVELOP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THE 60 MARKS IN C1, THE LARGEST SHARE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objective actually rewards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decisions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65176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marker follows a path: this was tried, this was rejected for this reason, this was kept. A folder of good work with no path through it scores below a rougher folder that argues.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471416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alternatives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71416" y="265176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Composition 2 has to be a real attempt. A deliberately weak second option makes the comparison worthless and the marker can see it.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119872" y="20116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annotation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19872" y="265176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Annotation is assessed inside this objective. It is typed, it is written as the work happens, and it names decisions rather than describing what is visible.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ART &amp; DESIGN 9479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3954bcc8-cc8d-4110-bd5a-74962061a805/scratchpad/decks/img/crops/repin-tolstoy_a6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35240" y="6126480"/>
            <a:ext cx="437083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Ilya Repin, Tolstoy at Work, 1891. Public domain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WRITTEN EVALUATION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1264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Judge it against</a:t>
            </a:r>
            <a:endParaRPr lang="en-US" sz="40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intention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against how much work went in, and not against whether you like it now. Go back to what you wrote in Unit 2 about what you were looking at and why, and say honestly how far the two compositions got you there. An evaluation that only praises is not an evaluation.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Unresolved work cannot be judged.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4, before the two-day build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COMPOSITIONS, EQUAL EFFORT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CHOICE MEANS SOMETHING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comparison has to be fair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private/tmp/claude-501/-Users-dogan-Documents-Vaults-Courses/3954bcc8-cc8d-4110-bd5a-74962061a805/scratchpad/decks/img/rubens-anatomical-stud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2323" y="1728216"/>
            <a:ext cx="1991778" cy="2944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892040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out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5212080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 resolved before scale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459224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private/tmp/claude-501/-Users-dogan-Documents-Vaults-Courses/3954bcc8-cc8d-4110-bd5a-74962061a805/scratchpad/decks/img/repin-naked-ske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020" y="1728216"/>
            <a:ext cx="1906911" cy="29443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59224" y="4892040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459224" y="5212080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 you set aside, built properly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95488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private/tmp/claude-501/-Users-dogan-Documents-Vaults-Courses/3954bcc8-cc8d-4110-bd5a-74962061a805/scratchpad/decks/img/bosschaert-bouque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779" y="1728216"/>
            <a:ext cx="1977923" cy="29443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95488" y="4892040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8095488" y="5212080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Finished to a judgeable state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2960" y="562356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Rubens, Repin and Bosschaert, public domain. Shown whole, as study material rather than as a style to copy.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ART &amp; DESIGN 9479 · SEMESTER I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LOSES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OF THESE IS AVOIDABLE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A3 goes wrong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292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token second composition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57800" y="1709928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 an hour on the alternative so the box is ticked. It reads instantly, and it takes the comparison down with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236829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07208"/>
            <a:ext cx="50292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2624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as decoration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57800" y="2551176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Pretty experiments that answer nothing the critique raised. Targeted means targeted.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2960" y="320954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648456"/>
            <a:ext cx="50292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3465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changed after critique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57800" y="3392424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work is identical before and after, the critique did not happen. Change something, and log what and why.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405079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489704"/>
            <a:ext cx="50292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Badly photographed work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57800" y="4233672"/>
            <a:ext cx="6080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marks are lost to a phone snap at an angle in bad light. Photograph it square, lit evenly, cropped to the work.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ART &amp; DESIGN 9479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ANNOUNCED AHEAD, IN WRITING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dates that matter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Thu 26 Nov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3657600"/>
            <a:ext cx="3209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weeks of notice. Unit 4 runs through the announcement, so nothing stops for it.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9704" y="2103120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89704" y="2560320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69748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Thu 10 Dec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89704" y="3657600"/>
            <a:ext cx="3209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class, reviewing the whole development stage together.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2103120"/>
            <a:ext cx="3209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4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6448" y="2560320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56448" y="269748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 11 Dec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56448" y="3657600"/>
            <a:ext cx="3209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becomes plan adjustments while there is still time for them to matter, before the final outcome starts.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ART &amp; DESIGN 9479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5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is left</a:t>
            </a:r>
            <a:endParaRPr lang="en-US" sz="5200" dirty="0"/>
          </a:p>
          <a:p>
            <a:pPr indent="0" marL="0">
              <a:lnSpc>
                <a:spcPts val="55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the day itself.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final outcome is planned, solved small, and its materials settled before it begins.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ART &amp; DESIGN 9479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2026-07-26T10:12:32Z</dcterms:created>
  <dcterms:modified xsi:type="dcterms:W3CDTF">2026-07-26T10:12:32Z</dcterms:modified>
</cp:coreProperties>
</file>