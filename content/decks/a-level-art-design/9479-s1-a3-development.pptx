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AO3 carries 20 of the 60 marks in C1, more than any other objective. Say that at the start: this is the attainment that moves a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is a trail of decisions. Choosing against something, in writing, with a reason, is development. Quietly dropping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is described most sharply and what is deliberately left loose. That contrast is a decision, and decisions are what AO3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evaluate effort by default. Push them back to the written intention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822960"/>
            <a:ext cx="3291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 3 · COMPONENT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most marks in the component are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Thursday 10 December  ·  Marked against AO3  ·  Announced Thursday 26 November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40233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MARKED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reasoned no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earns as much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yes.</a:t>
            </a:r>
            <a:endParaRPr lang="en-US" sz="4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OF UNIT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hand 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170992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Composed from your own recorded studies, built across two uninterrupted days, resolved and photographed.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24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12080" y="255117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not taken, built with the same effort so the comparison is honest.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2095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tests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339242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on what the critique left unresolved, and nothing else. No decoration.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06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306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and plan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42336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written evaluation against your intention, plus the final composition plan with palette and materials settled.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a-level-art-design/decks/_build/img/crops/repin-stoking-fire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RESOLVED COMPOSITION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part of it decided: the light, the edges, what is left unfinished on purpose.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 Repin, Man in a Dressing Gown Stoking a Fire, 1909.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AO3 · DEVELOP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THE 60 MARKS IN C1, THE LARGEST SHARE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objective actually rewards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decisions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marker follows a path: this was tried, this was rejected for this reason, this was kept. A folder of good work with no path through it scores below a rougher folder that argues.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71416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alternatives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71416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2 has to be a real attempt. A deliberately weak second option makes the comparison worthless and the marker can see it.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19872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annotation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9872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is assessed inside this objective. It is typed, it is written as the work happens, and it names decisions rather than describing what is visible.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a-level-art-design/decks/_build/img/crops/repin-tolstoy_a6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5240" y="6126480"/>
            <a:ext cx="43708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 Repin, Tolstoy at Work, 1891.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WRITTEN EVALUATION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1264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 it against</a:t>
            </a:r>
            <a:endParaRPr lang="en-US" sz="40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against how much work went in, and not against whether you like it now. Go back to what you wrote in Unit 2 about what you were looking at and why, and say honestly how far the two compositions got you there. An evaluation that only praises is not an evaluation.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Unresolved work cannot be judged.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4, before the two-day build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COMPOSITIONS, EQUAL EFFORT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CHOICE MEANS SOMETHING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comparison has to be fair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a-level-art-design/decks/_build/img/rubens-anatomical-stud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323" y="1728216"/>
            <a:ext cx="1991778" cy="2944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resolved before scale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59224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Users/dogan/Documents/Vaults/Courses/wiki/classes/a-level-art-design/decks/_build/img/repin-magdalen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505" y="1728216"/>
            <a:ext cx="1951943" cy="2944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9224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59224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you set aside, built properly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5488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Users/dogan/Documents/Vaults/Courses/wiki/classes/a-level-art-design/decks/_build/img/bosschaert-bouqu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779" y="1728216"/>
            <a:ext cx="1977923" cy="2944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5488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095488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Finished to a judgeable state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62356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Rubens, Repin and Bosschaert, public domain. Shown whole, as study material rather than as a style to copy.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LOSES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IS AVOIDABLE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A3 goes wrong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second composition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57800" y="170992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an hour on the alternative so the box is ticked. It reads instantly, and it takes the comparison down with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07208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as decoration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55117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Pretty experiments that answer nothing the critique raised. Targeted means targeted.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2095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48456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465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changed after critique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339242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work is identical before and after, the critique did not happen. Change something, and log what and why.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489704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Badly photographed work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423367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marks are lost to a phone snap at an angle in bad light. Photograph it square, lit evenly, cropped to the work.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AHEAD, IN WRITING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dates that matter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 26 Nov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 of notice. Unit 4 runs through the announcement, so nothing stops for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9704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 10 Dec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9704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class, reviewing the whole development stage together.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 11 Dec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56448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becomes plan adjustments while there is still time for them to matter, before the final outcome starts.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left</a:t>
            </a:r>
            <a:endParaRPr lang="en-US" sz="5200" dirty="0"/>
          </a:p>
          <a:p>
            <a:pPr indent="0" marL="0">
              <a:lnSpc>
                <a:spcPts val="55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day itself.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outcome is planned, solved small, and its materials settled before it begins.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2026-08-13T01:17:52Z</dcterms:created>
  <dcterms:modified xsi:type="dcterms:W3CDTF">2026-08-13T01:17:52Z</dcterms:modified>
</cp:coreProperties>
</file>