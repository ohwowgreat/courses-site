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marks a whole unit at once: the experiments, the media selection, the scale trial, both artist studies and the bridge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idea behind this unit. Experiments are built so they could fail, and the failures are kept, because a rejection with a reason is evidence of exploring.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Pissarro painted this street repeatedly in different light and weather. The series is a test bed: same subject, changed conditions, kept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four-step arc: analyse, place in context, copy the method to learn it, then answer with your own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822960"/>
            <a:ext cx="32918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ATTAINMENT 2 · COMPONENT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Exploration &amp;</a:t>
            </a:r>
            <a:endParaRPr lang="en-US" sz="5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 Study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experiments, two artists, one decision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Monday 9 November  ·  Marked against AO2 and AO3  ·  Announced Monday 26 October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402336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BEING MARKED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test that cannot fail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teaches nothing.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UNIT, MARKED WHOLE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hand 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experiments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12080" y="170992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tests run across three days, built so that some of them fail. All twelve are kept.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236829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24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24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selection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12080" y="255117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or three media you will develop, chosen on evidence, with the rejections named in writing.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20954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655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trial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12080" y="339242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 tested at real size, and whatever broke at that size fixed.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05079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068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3068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artists and a bridge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12080" y="423367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artists analysed and answered in your own work, plus the piece that carries study into development.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48920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3954bcc8-cc8d-4110-bd5a-74962061a805/scratchpad/decks/img/crops/pissarro-boulevard-night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A MEDIUM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medium was chosen because it could carry the subject, not because it was liked.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Camille Pissarro, The Boulevard Montmartre at Night, 1897. Public domain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AO2 · EXPLORE, AND AO3 · DEVELOP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OF THE 60 MARKS IN C1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two objectives reward here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with a reason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experiments beats three, but only if the twelve were chosen to answer different questions. Twelve tidy samples of the same question is one experiment repeated.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71416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you can defend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71416" y="265176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78892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 is in the choosing. Write down which media you rejected and what the test showed, because that sentence is the evidence of exploring.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19872" y="2011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you can see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19872" y="265176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78892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artist study earns nothing if the influence exists only in the writing. It has to be visible in the work you made afterwards.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3954bcc8-cc8d-4110-bd5a-74962061a805/scratchpad/decks/img/crops/rubens-head-medusa_a6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0"/>
            <a:ext cx="47365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5240" y="6126480"/>
            <a:ext cx="437083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Paul Rubens, Head of Medusa. Public domain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ARTIST STUDY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1264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Chosen for the</a:t>
            </a:r>
            <a:endParaRPr lang="en-US" sz="40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they solve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your artist because they have already solved something you are stuck on: a way of handling an edge, a colour problem, a way of composing a crowd. Liking the work is not a reason. Then copy the method to understand it, and answer them with a piece of your own.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tests teach nothing.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3, on the twelve experiments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WORTH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THREE VERSIONS OF ONE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an experiment is for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270504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private/tmp/claude-501/-Users-dogan-Documents-Vaults-Courses/3954bcc8-cc8d-4110-bd5a-74962061a805/scratchpad/decks/img/pissarro-still-lif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38755"/>
            <a:ext cx="3014472" cy="25232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89204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the medium hold light?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59224" y="1600200"/>
            <a:ext cx="3270504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1" descr="/private/tmp/claude-501/-Users-dogan-Documents-Vaults-Courses/3954bcc8-cc8d-4110-bd5a-74962061a805/scratchpad/decks/img/talbot-la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017" y="1728216"/>
            <a:ext cx="2410918" cy="2944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9224" y="489204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59224" y="521208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the process do on its own?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95488" y="1600200"/>
            <a:ext cx="3270504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2" descr="/private/tmp/claude-501/-Users-dogan-Documents-Vaults-Courses/3954bcc8-cc8d-4110-bd5a-74962061a805/scratchpad/decks/img/mucha-cherry-blossom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943" y="1728216"/>
            <a:ext cx="2057594" cy="29443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5488" y="489204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095488" y="521208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survive at real size?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562356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Pissarro, Talbot and Mucha, public domain. Shown whole, as study material rather than as a style to copy.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LOSES MARKS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IS AVOIDABLE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A2 goes wrong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safe samples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57800" y="1709928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grid of neat swatches with nothing at risk. It looks industrious and scores as one experiment.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236829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07208"/>
            <a:ext cx="50292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624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artist as decoration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57800" y="2551176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pages about an artist, then work that shows no trace of them. Cite less, respond more.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20954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48456"/>
            <a:ext cx="50292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3465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Rejections thrown away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57800" y="339242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discarded tests are the argument. Keep them, label them, and say what each one ruled out.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05079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489704"/>
            <a:ext cx="50292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4306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swatch chart, not a page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57800" y="4233672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Stage 3 page has to read as reasoning. Sequence it so the decision is legible from the layout.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48920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AHEAD, IN WRITING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dates that matter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 26 Oct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weeks of notice. The unit is already underway, so the announcement names what will be collected rather than setting new work.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9704" y="210312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9704" y="2560320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269748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 9 Nov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9704" y="3657600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class, after the Juniors Days. It reviews the whole of Unit 3 together.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56448" y="2103120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6448" y="2560320"/>
            <a:ext cx="3209544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269748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Tue 10 Nov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56448" y="3657600"/>
            <a:ext cx="3209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feedback day. It ends with one direction you can defend going into Development.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direction</a:t>
            </a:r>
            <a:endParaRPr lang="en-US" sz="5200" dirty="0"/>
          </a:p>
          <a:p>
            <a:pPr indent="0" marL="0">
              <a:lnSpc>
                <a:spcPts val="55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defend.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starts from a decision, not from a shortlist you are still holding.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ART &amp; DESIGN 9479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2026-07-26T10:12:32Z</dcterms:created>
  <dcterms:modified xsi:type="dcterms:W3CDTF">2026-07-26T10:12:32Z</dcterms:modified>
</cp:coreProperties>
</file>