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and warm. The point of session one is that they leave with marks on paper, not with administration.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units, four finished works, plus the sketchbook that carries all of it. Say the shape of the semester out loud on day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Repin drew Tolstoy from life over many sittings. The point for a G10 room: the drawing is good because the looking was long, not because the hand was clever.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whole works, none cropped. Ask which one looks hardest, then say that by January they will have made one of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Rubens filled sheets like this to work things out, not to display them. Spot-checks are 21 October and 2 December; the graded submission is 6 January.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822960"/>
            <a:ext cx="2926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· PRE A LEVEL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2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 &amp; Design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Welcome to the course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Eighteen Wednesdays  ·  2 September to 6 January  ·  Four units, five submissions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640080"/>
            <a:ext cx="36576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COURSE IS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will make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things.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3954bcc8-cc8d-4110-bd5a-74962061a805/scratchpad/decks/img/crops/repin-tolstoy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I · DRAWING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02920" y="5486400"/>
            <a:ext cx="7315200" cy="932688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704088" y="5669280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5724144"/>
            <a:ext cx="6912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here starts with looking longer than is comfortable.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04088" y="6144768"/>
            <a:ext cx="6912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Ilya Repin, Lev Nikolaevich Tolstoy at Work, 1891. Public domain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SEMESTER · FOUR UNITS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FINISHED WORK EACH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of making a picture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737360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Observe. Line, tone, texture, negative space, composition. It ends with one observational drawing made in class.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Photography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3196" y="248716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Compose. The camera as a way of deciding, not recording. It ends with a series of six to eight photographs.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Collage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37360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Combine. Cut images apart and make them argue. It ends with one collage built from a written main idea.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Poster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283196" y="4681728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Communicate. One message, one audience, three seconds. It ends with a finished poster, handmade or digital.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ART &amp; DESIGN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UNITS, FOUR KINDS OF LOOKING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WORKS, SHOWN ENTIRE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34440"/>
            <a:ext cx="2430018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private/tmp/claude-501/-Users-dogan-Documents-Vaults-Courses/3954bcc8-cc8d-4110-bd5a-74962061a805/scratchpad/decks/img/repin-naked-sket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072" y="1362456"/>
            <a:ext cx="2143795" cy="33101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937760"/>
            <a:ext cx="2430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27298" y="1234440"/>
            <a:ext cx="2430018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private/tmp/claude-501/-Users-dogan-Documents-Vaults-Courses/3954bcc8-cc8d-4110-bd5a-74962061a805/scratchpad/decks/img/atget-rue-maz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314" y="2180535"/>
            <a:ext cx="2173986" cy="167396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7298" y="4937760"/>
            <a:ext cx="2430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Photography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31636" y="1234440"/>
            <a:ext cx="2430018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2" descr="/private/tmp/claude-501/-Users-dogan-Documents-Vaults-Courses/3954bcc8-cc8d-4110-bd5a-74962061a805/scratchpad/decks/img/muybridge-foreshortening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2362767"/>
            <a:ext cx="2173986" cy="130950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31636" y="4937760"/>
            <a:ext cx="2430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935974" y="1234440"/>
            <a:ext cx="2430018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3" descr="/private/tmp/claude-501/-Users-dogan-Documents-Vaults-Courses/3954bcc8-cc8d-4110-bd5a-74962061a805/scratchpad/decks/img/mucha-cherry-blosso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3990" y="1462059"/>
            <a:ext cx="2173986" cy="311092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935974" y="4937760"/>
            <a:ext cx="2430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Poster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22960" y="53949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Repin, drawing  ·  Atget, photograph, 1907  ·  Muybridge, motion studies  ·  Mucha, calendar poster, 1898. All public domain.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ART &amp; DESIGN · SEMESTER I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3954bcc8-cc8d-4110-bd5a-74962061a805/scratchpad/decks/img/crops/rubens-sheet-forearm_a69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35240" y="6126480"/>
            <a:ext cx="437083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Peter Paul Rubens, sheet of studies. Public domain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1264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21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to three pages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week. Every week.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sketchbook is not a neat book. It is where the thinking is visible: tests that failed, notes, sources, the drawing you abandoned. It is checked twice without warning during the semester, and it is submitted for a grade of its own in January.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session ends with marks on paper, not with administration.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class runs, from day one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GRADE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PARTS, ONE HUNDRED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here is a mystery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3614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236143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2361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Attainment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submitted works. Announced at least a week ahead, made in class, marked against criteria you are given first.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550158" y="2011680"/>
            <a:ext cx="23614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5200" dirty="0"/>
          </a:p>
        </p:txBody>
      </p:sp>
      <p:sp>
        <p:nvSpPr>
          <p:cNvPr id="11" name="Shape 9"/>
          <p:cNvSpPr/>
          <p:nvPr/>
        </p:nvSpPr>
        <p:spPr>
          <a:xfrm>
            <a:off x="3550158" y="2971800"/>
            <a:ext cx="236143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0158" y="3108960"/>
            <a:ext cx="2361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Skills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50158" y="352044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smaller checks along the way: sketchbook spot-checks, analyses, studies.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277356" y="2011680"/>
            <a:ext cx="23614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15" name="Shape 13"/>
          <p:cNvSpPr/>
          <p:nvPr/>
        </p:nvSpPr>
        <p:spPr>
          <a:xfrm>
            <a:off x="6277356" y="2971800"/>
            <a:ext cx="236143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77356" y="3108960"/>
            <a:ext cx="2361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Behaviour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277356" y="352044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Posting on time, bringing materials, working in the room.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004554" y="2011680"/>
            <a:ext cx="23614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5200" dirty="0"/>
          </a:p>
        </p:txBody>
      </p:sp>
      <p:sp>
        <p:nvSpPr>
          <p:cNvPr id="19" name="Shape 17"/>
          <p:cNvSpPr/>
          <p:nvPr/>
        </p:nvSpPr>
        <p:spPr>
          <a:xfrm>
            <a:off x="9004554" y="2971800"/>
            <a:ext cx="236143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04554" y="3108960"/>
            <a:ext cx="2361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Term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004554" y="352044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portfolio: the semester assembled into one organised submission in January.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ART &amp; DESIGN · SEMESTER 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SUBMISSIONS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DATES YOU CAN PLAN AROUND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hand in this semester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30 September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observational drawing, with a written reflection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30428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2374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91640" y="252374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4 November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252374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Photographic series, six to eight images, selected and sequenced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299923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1868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691640" y="32186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9 December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21868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collage, built from a written main idea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369417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913632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691640" y="3913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23 December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0" y="391363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poster, handmade or digital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43891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60857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A5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691640" y="460857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8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6 January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0" y="4608576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sketchbook, the whole semester of it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508406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5321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one is announced at least a week before it is due, with the marking criteria handed out at the same time.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ART &amp; DESIGN · SEMESTER 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STUDIO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WORKING HABITS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room runs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63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 book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sketchbook comes every Wednesday. Work made elsewhere still lives in it.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1" name="Shape 9"/>
          <p:cNvSpPr/>
          <p:nvPr/>
        </p:nvSpPr>
        <p:spPr>
          <a:xfrm>
            <a:off x="4471416" y="2926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3063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71416" y="34747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unfinished piece cannot be marked. Deciding to stop is part of the work.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Shape 13"/>
          <p:cNvSpPr/>
          <p:nvPr/>
        </p:nvSpPr>
        <p:spPr>
          <a:xfrm>
            <a:off x="8119872" y="292608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30632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you did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19872" y="34747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submission carries a short reflection. Name decisions, not feelings about the result.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ART &amp; DESIGN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the book.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draw.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experience is assumed. Nobody fails a survey.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10 ART &amp; DESIGN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2026-07-26T09:54:42Z</dcterms:created>
  <dcterms:modified xsi:type="dcterms:W3CDTF">2026-07-26T09:54:42Z</dcterms:modified>
</cp:coreProperties>
</file>