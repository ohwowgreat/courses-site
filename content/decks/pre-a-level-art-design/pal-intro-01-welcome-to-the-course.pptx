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and warm. The point of session one is that they leave with marks on paper, not with administration.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units, four finished works, plus the sketchbook that carries all of it. Say the shape of the semester out loud on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Repin drew Tolstoy from life over many sittings. The point for a G10 room: the drawing is good because the looking was long, not because the hand was clever.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whole works, none cropped. Ask which one looks hardest, then say that by January they will have made one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Rubens filled sheets like this to work things out, not to display them. Spot-checks are 21 October and 2 December; the graded submission is 6 January.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822960"/>
            <a:ext cx="29260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10 · PRE A LEVEL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200"/>
              </a:lnSpc>
              <a:buNone/>
            </a:pPr>
            <a:r>
              <a:rPr lang="en-US" sz="7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&amp; Design</a:t>
            </a:r>
            <a:endParaRPr lang="en-US" sz="74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to the course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Eighteen Wednesdays  ·  2 September to 6 January  ·  Four units, five submissions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640080"/>
            <a:ext cx="365760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COURSE 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420624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make</a:t>
            </a:r>
            <a:endParaRPr lang="en-US" sz="6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things.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pre-a-level-art-design/decks/_build/img/crops/repin-tolstoy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 · DRAWING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here starts with looking longer than is comfortable.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Ilya Repin, Lev Nikolaevich Tolstoy at Work, 1891. Public domain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SEMESTER · FOUR UNITS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FINISHED WORK EACH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of making a picture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93852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37360" y="2487168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Observe. Line, tone, texture, negative space, composition. It ends with one observational drawing made in class.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68796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83196" y="193852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Photography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283196" y="2487168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Compose. The camera as a way of deciding, not recording. It ends with a series of six to eight photographs.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37360" y="413308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Collage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4681728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Combine. Cut images apart and make them argue. It ends with one collage built from a written main idea.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68796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283196" y="413308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Poster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83196" y="4681728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Communicate. One message, one audience, three seconds. It ends with a finished poster, handmade or digital.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10 ART &amp; DESIGN · SEMESTER 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UNITS, FOUR KINDS OF LOOKING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WORKS, SHOWN ENTIRE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34440"/>
            <a:ext cx="2430018" cy="35661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6" name="Image 0" descr="/Users/dogan/Documents/Vaults/Courses/wiki/classes/pre-a-level-art-design/decks/_build/img/repin-murashk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570466"/>
            <a:ext cx="2173986" cy="28941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93776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27298" y="1234440"/>
            <a:ext cx="2430018" cy="35661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9" name="Image 1" descr="/Users/dogan/Documents/Vaults/Courses/wiki/classes/pre-a-level-art-design/decks/_build/img/atget-rue-maze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314" y="2180535"/>
            <a:ext cx="2173986" cy="16739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7298" y="493776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31636" y="1234440"/>
            <a:ext cx="2430018" cy="35661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2" name="Image 2" descr="/Users/dogan/Documents/Vaults/Courses/wiki/classes/pre-a-level-art-design/decks/_build/img/muybridge-foreshortening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52" y="2362767"/>
            <a:ext cx="2173986" cy="130950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31636" y="493776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935974" y="1234440"/>
            <a:ext cx="2430018" cy="35661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5" name="Image 3" descr="/Users/dogan/Documents/Vaults/Courses/wiki/classes/pre-a-level-art-design/decks/_build/img/mucha-cherry-blossom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990" y="1462059"/>
            <a:ext cx="2173986" cy="311092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35974" y="493776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22960" y="53949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Repin, drawing  ·  Atget, photograph, 1907  ·  Muybridge, motion studies  ·  Mucha, calendar poster, 1898. All public domain.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10 ART &amp; DESIGN · SEMESTER I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pre-a-level-art-design/decks/_build/img/crops/rubens-sheet-forearm_a6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0"/>
            <a:ext cx="47365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35240" y="6126480"/>
            <a:ext cx="437083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Paul Rubens, sheet of studies. Public domain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61264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to three pages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week. Every week.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sketchbook is not a neat book. It is where the thinking is visible: tests that failed, notes, sources, the drawing you abandoned. It is checked twice without warning during the semester, and it is submitted for a grade of its own in January.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session ends with marks on paper, not with administration.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class runs, from day one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GRADE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PARTS, ONE HUNDRED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here is a mystery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23614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236143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08960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Attainment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3614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submitted works. Announced at least a week ahead, made in class, marked against criteria you are given first.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50158" y="2011680"/>
            <a:ext cx="23614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3550158" y="2971800"/>
            <a:ext cx="236143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0158" y="3108960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Skills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50158" y="3520440"/>
            <a:ext cx="23614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smaller checks along the way: sketchbook spot-checks, analyses, studies.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77356" y="2011680"/>
            <a:ext cx="23614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5200" dirty="0"/>
          </a:p>
        </p:txBody>
      </p:sp>
      <p:sp>
        <p:nvSpPr>
          <p:cNvPr id="15" name="Shape 13"/>
          <p:cNvSpPr/>
          <p:nvPr/>
        </p:nvSpPr>
        <p:spPr>
          <a:xfrm>
            <a:off x="6277356" y="2971800"/>
            <a:ext cx="236143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7356" y="3108960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Behaviour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77356" y="3520440"/>
            <a:ext cx="23614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Posting on time, bringing materials, working in the room.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004554" y="2011680"/>
            <a:ext cx="23614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5200" dirty="0"/>
          </a:p>
        </p:txBody>
      </p:sp>
      <p:sp>
        <p:nvSpPr>
          <p:cNvPr id="19" name="Shape 17"/>
          <p:cNvSpPr/>
          <p:nvPr/>
        </p:nvSpPr>
        <p:spPr>
          <a:xfrm>
            <a:off x="9004554" y="2971800"/>
            <a:ext cx="236143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4554" y="3108960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Term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004554" y="3520440"/>
            <a:ext cx="23614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portfolio: the semester assembled into one organised submission in January.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10 ART &amp; DESIGN · SEMESTER 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SUBMISSIONS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 YOU CAN PLAN AROUND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hand in this semester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Wednesday 30 September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observational drawing, with a written reflection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30428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237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91640" y="25237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Wednesday 4 November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52374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Photographic series, six to eight images, selected and sequenced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99923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1868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91640" y="32186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Wednesday 9 December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21868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collage, built from a written main idea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369417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1363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91640" y="39136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Wednesday 23 December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91363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poster, handmade or digital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38912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0857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91640" y="46085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Wednesday 6 January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460857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sketchbook, the whole semester of it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" y="508406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5321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is announced at least a week before it is due, with the marking criteria handed out at the same time.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10 ART &amp; DESIGN · SEMESTER 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WORKING HABITS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room runs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63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book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sketchbook comes every Wednesday. Work made elsewhere still lives in it.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71416" y="20574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4471416" y="292608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1416" y="3063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71416" y="347472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unfinished piece cannot be marked. Deciding to stop is part of the work.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19872" y="20574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5" name="Shape 13"/>
          <p:cNvSpPr/>
          <p:nvPr/>
        </p:nvSpPr>
        <p:spPr>
          <a:xfrm>
            <a:off x="8119872" y="292608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9872" y="3063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you did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19872" y="347472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submission carries a short reflection. Name decisions, not feelings about the result.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10 ART &amp; DESIGN · SEMESTER 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the book.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draw.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experience is assumed. Nobody fails a survey.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10 ART &amp; DESIGN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2026-08-13T01:17:52Z</dcterms:created>
  <dcterms:modified xsi:type="dcterms:W3CDTF">2026-08-13T01:17:52Z</dcterms:modified>
</cp:coreProperties>
</file>