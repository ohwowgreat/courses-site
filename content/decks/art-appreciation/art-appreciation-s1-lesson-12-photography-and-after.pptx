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A4 is the last thing submitted this semester, clearing the ~1 January cutoff by a fortnight. Nothing here can be handed in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Photography and the claim to truth: why we believe photographs, and whether we should.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was received as a straightforward record. Ask of each what was chosen, framed, and left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we believe photographs: because they seem to record. Le Gray combined two negatives, so this truthful sea is a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Sontag: photographing as an act on the world; the charge taken seriously, not just repeated.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82296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XII</a:t>
            </a:r>
            <a:endParaRPr lang="en-US" sz="25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UNIT IV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000"/>
              </a:lnSpc>
              <a:buNone/>
            </a:pPr>
            <a:r>
              <a:rPr lang="en-US" sz="7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Photography</a:t>
            </a:r>
            <a:endParaRPr lang="en-US" sz="7000" dirty="0"/>
          </a:p>
          <a:p>
            <a:pPr indent="0" marL="0">
              <a:lnSpc>
                <a:spcPts val="7000"/>
              </a:lnSpc>
              <a:buNone/>
            </a:pPr>
            <a:r>
              <a:rPr lang="en-US" sz="7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After</a:t>
            </a:r>
            <a:endParaRPr lang="en-US" sz="70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Images, Mediation and Modernity · Lesson 12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sessions  ·  Friday 11 to Friday 18 December  ·  A4, the last submission of the term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640080"/>
            <a:ext cx="43891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XII</a:t>
            </a:r>
            <a:endParaRPr lang="en-US" sz="250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TWO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7589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we believe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photograph?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EIGHTY YEARS OF THE TRUTH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one claimed to show the world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416808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private/tmp/claude-501/-Users-dogan-Documents-Vaults-Courses/1131873b-e36e-44c1-91c0-268fb16c8435/scratchpad/img/articles-of-gla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936" y="1865376"/>
            <a:ext cx="1846856" cy="16367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86072" y="1737360"/>
            <a:ext cx="3416808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1" descr="/private/tmp/claude-501/-Users-dogan-Documents-Vaults-Courses/1131873b-e36e-44c1-91c0-268fb16c8435/scratchpad/img/canon-de-chel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426" y="1865376"/>
            <a:ext cx="1206099" cy="16367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949184" y="1737360"/>
            <a:ext cx="3416808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1" name="Image 2" descr="/private/tmp/claude-501/-Users-dogan-Documents-Vaults-Courses/1131873b-e36e-44c1-91c0-268fb16c8435/scratchpad/img/nadar-taylo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061" y="1865376"/>
            <a:ext cx="1293053" cy="163677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776472"/>
            <a:ext cx="3416808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3" name="Image 3" descr="/private/tmp/claude-501/-Users-dogan-Documents-Vaults-Courses/1131873b-e36e-44c1-91c0-268fb16c8435/scratchpad/img/atget-rue-molier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205" y="3904488"/>
            <a:ext cx="1260318" cy="163677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386072" y="3776472"/>
            <a:ext cx="3416808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5" name="Image 4" descr="/private/tmp/claude-501/-Users-dogan-Documents-Vaults-Courses/1131873b-e36e-44c1-91c0-268fb16c8435/scratchpad/img/kasebier-portrait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662" y="3904488"/>
            <a:ext cx="1229628" cy="163677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7949184" y="3776472"/>
            <a:ext cx="3416808" cy="189280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7" name="Image 5" descr="/private/tmp/claude-501/-Users-dogan-Documents-Vaults-Courses/1131873b-e36e-44c1-91c0-268fb16c8435/scratchpad/img/cloud-sequenc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1073" y="3904488"/>
            <a:ext cx="1993030" cy="163677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2960" y="58521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Talbot, O'Sullivan, Nadar, Atget, Kasebier, Stieglitz. A still life, a ruin, a face, a street, a mother, a cloud, all held to be simply true.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le-gray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 TO TRUTH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seascape, printed from two negatives, sky joined to sea. A true-looking moment that never happened.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Gustave Le Gray, The Great Wave, Sete, 1857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TWO · BELIEF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WHETHER TO KEEP 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photograph seems not to argue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believe it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looks like a trace of light off a real thing, made by a machine, not a hand. It seems to record rather than to claim.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should not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Someone chose the moment, the frame, the crop, the print. The survey of the West was staged; Le Gray's sea was two negatives. The record is always an argument that hides its arguing.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photograph is to appropriate the thing photographed.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822960" y="48920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Susan Sontag, On Photography, 1977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nadar-taylor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Nadar, Baron Isidore Taylor, c. 1865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THREE · SONTAG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window,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act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photograph someone is to do something to them: to hold them, keep them, put them into a relation that feels like knowledge and works like power. Take the charge seriously before you decide whether it is fair.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5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collect photographs is to collect the world.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22960" y="48920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Susan Sontag, On Photography, 1977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FOUR · GREENBERG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WHERE THE LINE STOPS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Avant-garde and kitsch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line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Greenberg splits art in two: the avant-garde, which is difficult and about itself, against kitsch, which is easy, pre-digested, made to sell.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test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agree with it. Find the exact place it stops holding: the kitsch that turned out to matter, the avant-garde that was only difficult. The line is useful right up to where it breaks.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· A4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SUBMISSION OF THE TERM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second constellation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Sits Tuesday 15 December, on the double: build the constellation, write the argument, 40 minutes.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Argue across the whole unit, not a selection of favourites. It is the second constellation of the year, and it should be visibly better than the first. The Unit 1 boards go back on the wall so the distance is plain.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 Tuesday 1 December in Lesson 10. The synthesis debrief is in-lesson the next day, while the work is still live.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SESSIONS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fortnight, day by day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11 DEC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poor image gains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14 DEC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Photography and the claim to truth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15 DEC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Sontag: photographing as an act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16 DEC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Avant-garde and kitsch; Unit 1 boards return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93192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17 DEC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A4 sits: the synthesis constellation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48056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80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18 DEC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4480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 debrief, while the work is live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50292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Artworld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Brief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13. Danto, Duchamp, and what makes something art.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2026-07-25T01:51:47Z</dcterms:created>
  <dcterms:modified xsi:type="dcterms:W3CDTF">2026-07-25T01:51:47Z</dcterms:modified>
</cp:coreProperties>
</file>