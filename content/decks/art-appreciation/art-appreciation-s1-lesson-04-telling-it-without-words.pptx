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Longest lesson of the semester. Five days of vocabulary, then three turning it into a thing they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picture with no words still makes choices. The whole unit is learning to read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critique flow taught explicitly and cold, on an image nobody has seen, so the flow gets tested rather than recited.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narrative image has to solve: find where a still image puts time. The raised sword is the hinge between what was and what will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Myth as shared shorthand; what happens when the audience does not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Allegory: separate what is shown from what it stands in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a cycle across panels, not inside one. Warburg read a panel this way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eight carries two jobs and both are non-negotiable. Announce A2 first, in the first ten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82296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00"/>
              </a:lnSpc>
              <a:buNone/>
            </a:pPr>
            <a:r>
              <a:rPr lang="en-US" sz="7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Telling It</a:t>
            </a:r>
            <a:endParaRPr lang="en-US" sz="7000" dirty="0"/>
          </a:p>
          <a:p>
            <a:pPr indent="0" marL="0">
              <a:lnSpc>
                <a:spcPts val="7000"/>
              </a:lnSpc>
              <a:buNone/>
            </a:pPr>
            <a:r>
              <a:rPr lang="en-US" sz="7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Words</a:t>
            </a:r>
            <a:endParaRPr lang="en-US" sz="7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Narrative, Myth and Allegory · Lesson 04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sessions  ·  Sunday 20 to Wednesday 30 September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39319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what the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picture decided.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600"/>
              </a:lnSpc>
              <a:buNone/>
            </a:pPr>
            <a:r>
              <a:rPr lang="en-US" sz="7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Seeing comes</a:t>
            </a:r>
            <a:endParaRPr lang="en-US" sz="7600" dirty="0"/>
          </a:p>
          <a:p>
            <a:pPr indent="0" marL="0">
              <a:lnSpc>
                <a:spcPts val="7600"/>
              </a:lnSpc>
              <a:buNone/>
            </a:pPr>
            <a:r>
              <a:rPr lang="en-US" sz="7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words.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822960" y="47548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937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Berger, Ways of Seeing, 1972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bruegel-wedding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Pieter Bruegel the Elder, The Peasant Wedding, 1567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 · THE FLOW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Describe,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account, judge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it cold on a picture nobody has seen. Describe what is there, account for why it is arranged so, then judge whether it works. In that order, every time.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caravaggio-martyrdom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· WHERE TIME GOES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instant, with a before and an after pressed into it.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Caravaggio, The Martyrdom of Saint Matthew, 1599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bronzino-limbo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Bronzino, Descent of Christ into Limbo, 1552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 · SHARED SHORTHAND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you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know?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Myth lets a picture say a great deal with a single figure, but only to an audience that already knows the story. Watch what happens to the image when that knowledge is gone.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allegory-human-life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Joris van Son, Allegory of Human Life, 1658 to 1660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ALLEGORY · SHOWN AND MEANT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Shown, and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stood for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what is shown from what it stands in for. A skull is a skull and also death; fruit is fruit and also time running out. Allegory asks you to hold both at once.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album-leaf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· ACROSS PANELS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meaning lives in the sequence, not inside any single leaf.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Aoki Shukuya, Double Album of Landscape Studies, 18th century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the picture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decide, and what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it refuse?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Narrative, myth, allegory, cycle: four names for choices a picture makes without words.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SIX TO EIGHT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IT, WITHOUT WORDS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story, three framings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task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Storyboard a single story ten frames long. No captions, no dialogue. A stranger has to read it in the right order from the pictures alone.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the practice for A2, and the link is invisible unless said aloud. Both are about reading what a picture decided.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FIRST, DAY EIGHT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Titian against Manet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Announced in the first ten minutes of Wednesday 30 September, before the break homework.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Sits Tuesday 13 October, on the Tuesday double, the first Tuesday back from the holiday.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homework, set second: the ten-frame sequence, three to four hours across the twelve-day holiday. No more.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 A2 first. Do not let the break homework brief eat the announcement.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SESSIONS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fortnight, day by day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20 SEP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critique flow, cold: describe, account, judge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9514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951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21 SEP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29514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Narrative: where a still image puts 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80720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072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22 SEP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80720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Myth as shared shorthand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31927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192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23 SEP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3192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Allegory: shown against stood-for (LB2)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83133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313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24 SEP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83133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 cycle across panels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434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28 SEP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34340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Storyboarding: one story, three framings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485546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5546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29 SEP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85546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ten frames; read a stranger's (CS2)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" y="536752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6752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30 SEP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536752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 announced, then the break homework set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960" y="587959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Titian to Manet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05. One pose, three hundred years, and what changed.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2026-07-24T13:34:23Z</dcterms:created>
  <dcterms:modified xsi:type="dcterms:W3CDTF">2026-07-24T13:34:23Z</dcterms:modified>
</cp:coreProperties>
</file>