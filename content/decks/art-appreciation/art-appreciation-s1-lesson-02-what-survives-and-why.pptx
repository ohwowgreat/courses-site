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notice week and the cave week at once. Put A1 first, in the first ten minutes, before the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days on people who left no writing. Resist filling the silence with anthropology. They argue from the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what had to happen for an object to reach you at all: sealed cave, stable air, no rediscovery until 1940.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announcement genuinely is the most fragile thing in the semester. If Friday 4 September falls, A1 moves and the whole board run compresses.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pairing is inside one thing, cave against cave, so the difference does the work rather than the exoticism.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for the choice of animal, wall, and depth. The hand is the one image that is unmistakably a person saying: I was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Fayum portrait survived the same way the caves did: kept from air and light. Survival is not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822960"/>
            <a:ext cx="34747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200"/>
              </a:lnSpc>
              <a:buNone/>
            </a:pPr>
            <a:r>
              <a:rPr lang="en-US" sz="7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Survives,</a:t>
            </a:r>
            <a:endParaRPr lang="en-US" sz="7400" dirty="0"/>
          </a:p>
          <a:p>
            <a:pPr indent="0" marL="0">
              <a:lnSpc>
                <a:spcPts val="7200"/>
              </a:lnSpc>
              <a:buNone/>
            </a:pPr>
            <a:r>
              <a:rPr lang="en-US" sz="7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Why</a:t>
            </a:r>
            <a:endParaRPr lang="en-US" sz="74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Origins and Ancestral Memory · Lesson 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sessions  ·  Friday 4 to Friday 11 September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39319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wall is</a:t>
            </a:r>
            <a:endParaRPr lang="en-US" sz="64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evidence.</a:t>
            </a:r>
            <a:endParaRPr lang="en-US" sz="6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lascaux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SURVIVES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Aurochs, horses and deer, painted where no daylight reaches.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Lascaux, Dordogne, c. 17,000 years ago · public domain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FRAGILE DATE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Announced today, in the first ten minutes, before any content.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constellation board and its written justification.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Friday 18 September.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days, exactly. There is no session before today, so if it is not set now it cannot be set this term.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RETURNS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WALL LIKE A PANEL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panels, one question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5134356" cy="324612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private/tmp/claude-501/-Users-dogan-Documents-Vaults-Courses/1131873b-e36e-44c1-91c0-268fb16c8435/scratchpad/img/chauvet-hors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170" y="1911096"/>
            <a:ext cx="4487937" cy="29900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31636" y="1783080"/>
            <a:ext cx="5134356" cy="324612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private/tmp/claude-501/-Users-dogan-Documents-Vaults-Courses/1131873b-e36e-44c1-91c0-268fb16c8435/scratchpad/img/lascau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480" y="1911096"/>
            <a:ext cx="4560668" cy="29900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5102352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Chauvet, Panel of Horses · CC BY-SA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31636" y="5102352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Lascaux, Hall of the Bulls · public domain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56235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side by side, they stop being illustrations and start arguing. What does the proximity claim that neither claims alone?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cave-hands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HANDS, ANIMALS, THE DARK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maker's own hand, held to the wall and blown around in pigment.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Cueva de las Manos, Argentina, c. 7,000 BCE · public domain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332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have no word for this darkness. It is not night and it is not ignorance.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48920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Berger, on the Chauvet cave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mummy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Mummy Portrait of a Man, Roman Egypt, c. 101 CE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reaches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at all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Almost nothing survives, and never at random. Dry air, a sealed tomb, a buried wall. What you get to look at is already a survivor, and the survival is part of the meaning.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the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images want?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Friday seminar. Take a position, then let the room move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MAKE A 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 IT FROM THE WALL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decoration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easy answer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people drew for beauty, or to pass the time. It explains nothing about why here, this animal, this depth, in the dark where no one would see 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harder one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reason and argue it from the evidence: the placement, the overpainting, the choice of surface. A claim you can point at beats a claim you feel.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SESSIONS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week, day by day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4 SEP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148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 announced, then: what survives, and why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7 SEP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697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Lascaux and Chauvet, first pass, no commentary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8 SEP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Hands, animals and the dark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9 SEP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make a mark: one reason, argued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60" y="43434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10 SEP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 cave wall the way Warburg read a panel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48920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11 SEP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4892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Seminar: what the first images wanted (LB1)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22960" y="544068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Board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03. The move every unit repeats, made for the first time.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2026-07-25T01:51:25Z</dcterms:created>
  <dcterms:modified xsi:type="dcterms:W3CDTF">2026-07-25T01:51:25Z</dcterms:modified>
</cp:coreProperties>
</file>