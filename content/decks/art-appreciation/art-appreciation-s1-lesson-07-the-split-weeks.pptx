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G12 is at Seniors' Day all week, so nothing carries from one day to the next and nothing assessable can sit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through-line is thematic, not sequential. A G12 student who misses all five has missed content, not an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Shared-lunch prep: the meal as artwork, planned in pairs, decisions defended.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life and the ethics of abundance: what did this cost, who paid.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your-table reflection, finished Wed. Name the memory-piece trap on the sheet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LB4 posted for whoever is present. G12 is not penalised for being at Seniors' Day; say so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82296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00"/>
              </a:lnSpc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Split</a:t>
            </a:r>
            <a:endParaRPr lang="en-US" sz="7800" dirty="0"/>
          </a:p>
          <a:p>
            <a:pPr indent="0" marL="0">
              <a:lnSpc>
                <a:spcPts val="7400"/>
              </a:lnSpc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Food, the Table and Ethics · Lesson 07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  ·  Monday 26 to Friday 30 October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640080"/>
            <a:ext cx="429768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ways into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question.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 THAT BREAKS ITS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ROOM IS AWAY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accumulates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is built this way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course is built on things that build. This one week cannot be, because half the people who would carry an argument forward are not in the building.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each day stands alone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self-contained ways into one question, food and its ethics. Any single day works by itself; none depends on the day before.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peeters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Clara Peeters, Still Life with Cheeses, Almonds and Pretzels, c. 1613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· THE MEAL AS ARTWORK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Composed,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gathered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a shared lunch as a made thing, in pairs, with every choice defended rather than merely preferred. A still life is the same act: someone chose what goes where, and why.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vanitas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Edwaert Collier, Vanitas Still Life, 1662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TWO · THE ETHICS OF ABUNDANCE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it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cost, who paid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abundance in a still life is never free. Trace it back: whose labour, whose land, whose hunger elsewhere is the condition of this fullness on the table.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000"/>
              </a:lnSpc>
              <a:buNone/>
            </a:pPr>
            <a:r>
              <a:rPr lang="en-US" sz="6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Vanity of vanities;</a:t>
            </a:r>
            <a:endParaRPr lang="en-US" sz="66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6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is vanity.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822960" y="47548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Ecclesiastes 1:2, the text beneath every vanitas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THREE · THE 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TABLE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memory piece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own table the way you would read a painting: who sits, who cooks, who is quiet, what is never served. The easy version turns it into nostalgia. The real one keeps looking after the warm feeling runs out.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FIVE · SEMINAR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GENEROSITY OR OBLIGATION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hospitality a gift?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generous reading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feed a guest is to give freely, expecting nothing. The host is diminished by nothing and the guest owes nothing back.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reading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hospitality is a debt machine: every meal received must one day be returned, and the one who cannot return it is placed below the one who gave.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SESSIONS, EACH COMPLETE IN ITSELF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week, day by day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26 OCT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Shared-lunch prep: the meal as artwork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79806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980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27 OCT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79806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life and the ethics of abundance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40156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015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28 OCT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40156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table (the reflection, finished)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00507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050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29 OCT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00507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shared meal makes visible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460857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0857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30 OCT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60857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Seminar: hospitality, gift or debt (LB4)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52120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Heda and the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of Work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08. The still life as inventory, and the moral image of work.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2026-07-24T14:55:00Z</dcterms:created>
  <dcterms:modified xsi:type="dcterms:W3CDTF">2026-07-24T14:55:00Z</dcterms:modified>
</cp:coreProperties>
</file>