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reads as one lesson and it will not feel like one: a Mon-Tue stub, the room empties for Juniors Days, then a full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Days one and two are the same painting twice. Students will complain on day two and then see something. Hold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half-peeled lemon, the tipped tazza, the watch. Each is a possession, and the painting is a record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Fourteen days before Thu 19 Nov is a Juniors Day, so Tue 3 Nov is the last both-cohort session. 16 days notice under the one-week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moment is the announcement of the betrayal. Show a pre-Leonardo Last Supper so the choice of moment reads as a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disorderly table taken seriously as a subject rather than comedy.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Qingming scroll wants physical length. Unroll a printed strip long enough to walk; on a screen the goal line becomes a 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CS4 collected Fri 13 Nov: one paragraph that earns every adjective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822960"/>
            <a:ext cx="4206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III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0"/>
              </a:lnSpc>
              <a:buNone/>
            </a:pPr>
            <a:r>
              <a:rPr lang="en-US" sz="6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Heda and the</a:t>
            </a:r>
            <a:endParaRPr lang="en-US" sz="66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6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of Work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Food, the Table and Ethics · Lesson 08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teaching days  ·  Monday 2 to Friday 13 November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640080"/>
            <a:ext cx="466344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INVENTORY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every object,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who owns it.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heda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ONE · THE STILL LIFE AS INVENTORY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meal but a ledger: name every object, and name who owns it.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Willem Claesz. Heda, Still Life with a Gilt Cup, 1635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424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Oil painting, before it was anything else, was a celebration of private property. As an art-form it derived from the principle that you are what you have.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Berger, Ways of Seeing, 1972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A3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 DAY TWO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Unit 3 essay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Announced Tuesday 3 November, in the first ten minutes.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Sits Tuesday 17 November, on the double: one claim about food, the table and ethics, argued from the pictures.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 3 November is the last session both halves of the class attend before the deadline. If that Tuesday goes, A3 moves, not the announcement.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last-supper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THREE · THE CHOSEN MOMENT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instant Leonardo chose, and say why that one and not the one before.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Leonardo da Vinci, The Last Supper, 1495 to 1498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FOUR · THE DISORDERLY 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SERIOUSLY, NOT AS COMEDY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table breaks its rules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5088636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private/tmp/claude-501/-Users-dogan-Documents-Vaults-Courses/1131873b-e36e-44c1-91c0-268fb16c8435/scratchpad/img/bruegel-wedd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609" y="1865376"/>
            <a:ext cx="4263338" cy="2944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77356" y="1737360"/>
            <a:ext cx="5088636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private/tmp/claude-501/-Users-dogan-Documents-Vaults-Courses/1131873b-e36e-44c1-91c0-268fb16c8435/scratchpad/img/steen-merr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82" y="1865376"/>
            <a:ext cx="3799185" cy="2944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5010912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Bruegel, The Peasant Wedding, 1567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277356" y="5010912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Steen, The Merry Family, 1668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56235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Disorder is a subject, not a joke. Ask what a painter gains by showing the meal falling apart.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qingming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FIVE · ALONG THE SCROLL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a city through its food along thirty feet of scroll. On a screen it is a different work.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Zeduan, Along the River During the Qingming Festival, 12th c. (detail)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SIX · THE IMAGE OF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WHEN, AND FOR WHOM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did work become worth painting?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old rule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centuries, labour appeared only at the edges: the servant, the harvester, the kitchen hand, kept small and to the side of the important people.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turn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work moves to the centre and is painted for its own sake. Ask who wanted that picture, and what it let them feel about the people in it.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SEVEN · CS4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HEDA PARAGRAPH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every adjective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one paragraph on the Heda that earns every adjective in it. Then swap, and cut one adjective from a classmate's, the one that names a feeling instead of a fact. Direct practice for A3.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TEACHING DAYS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ten calendar days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2 NOV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78308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Heda: the still life as inventory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9514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951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3 NOV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29514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A3 announced; Heda again, further (LB5)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80720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0720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9 NOV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80720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Leonardo: the moment he chose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31927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192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10 NOV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31927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Bruegel and Steen: the disorderly table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83133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313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11 NOV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83133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Qingming scroll, food along its length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3434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434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12 NOV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34340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moral image of work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485546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85546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13 NOV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485546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Heda paragraph (CS4)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" y="536752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Food, the Table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Ethics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09. Cassatt, Rosler, Weems, and the essay.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2026-07-25T01:51:36Z</dcterms:created>
  <dcterms:modified xsi:type="dcterms:W3CDTF">2026-07-25T01:51:36Z</dcterms:modified>
</cp:coreProperties>
</file>