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artists in three days, each of whom does something the paintings could not. Rosler lands on the second viewing; show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A3: one claim about food and ethics, argued from the pictures themselves, not from the ethics.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Cassatt, one domestic interior, read as a workplace: domestic labour as labour.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822960"/>
            <a:ext cx="32004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Food, the Table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Ethics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Unit 3 essay, and the hand-off into mediation · Lesson 09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  ·  Monday 16 to Friday 20 November  ·  A3 on the Tuesday double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640080"/>
            <a:ext cx="365760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Argue from the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pictures, not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ethics.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cassatt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Cassatt, The Child's Bath, 1893 · public domain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CASSATT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interior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workplace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one domestic interior as a place of labour, not of leisure. The bath is work: the bent back, the firm grip, the concentration. Domestic labour is labour, and the painting knows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MARTHA ROSLER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CLASS, NOT HERE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Semiotics of the Kitchen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Video, 6 minutes, 1975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woman stands in a kitchen and names its tools, A to Z. Apron. Bowl. Chopper. With each letter the gesture sharpens, until the demonstration turns into something closer to rage. Watch a kitchen become an alphabet.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minutes, once through, then again. It lands on the second viewing, not the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CARRIE MAE WEEMS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CLASS, NOT HERE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 Table Series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Photographs, 1990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table, the same bare overhead light, photographed again and again: love, argument, solitude, a daughter, a mirror. What a table does when it is the same table every time.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Weems needs the sequence. One image is a portrait; six is an argument.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3 ESSAY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claim, from the pictures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Sits Tuesday 17 November, on the double: in class, 40 minutes.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claim about food, the table and ethics, argued from the pictures themselves and not from the ethics. The pictures are the evidence; the ethics is what they let you see.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Tuesday 3 November in Lesson 08. The Fridays this unit carry the loosest sessions on purpose, so nothing assessed rides on 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FIVE · THE HAND-OFF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MEDIATION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food image nobody eats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painted meal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Heda or Peeters the food was real: eaten, owned, or wasted by someone. The picture records a thing that was.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food image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advertisement is cooked to be photographed, never eaten: glue for milk, motor oil for syrup. It sells the desire and withholds the meal. This is where Unit 4 begins.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Publicity is the culture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consumer society.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Berger, Ways of Seeing, 1972 · the bridge into Unit 4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week, day by 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16 NOV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Cassatt: the interior as a workplace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9806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980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17 NOV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7980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Rosler, Semiotics of the Kitchen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015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18 NOV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40156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Weems, the Kitchen Table Series, in sequence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0050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19 NOV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00507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 sits: the essay on food and ethics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460857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0857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20 NOV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60857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Hyperreality and the food image; into Unit 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UNIT IV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Berger and the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10. Images, mediation and modernity.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2026-07-24T14:59:28Z</dcterms:created>
  <dcterms:modified xsi:type="dcterms:W3CDTF">2026-07-24T14:59:28Z</dcterms:modified>
</cp:coreProperties>
</file>