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after the exam window and the grades deadline. Nothing here carries weight into the S1 grade, and the students know it. That is not a reason to waste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unhurried time to talk to eleven people one at a time about what they actually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quiet bookend to Lesson 01. The Fayum face opened the course; it is worth closing the loop before the pivot to Semester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three is the only trailer Semester 2 gets. It is a genuinely different course. Say that. LB9 posts here and counts toward Semester 2, not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822960"/>
            <a:ext cx="3383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Close · Lesson 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return days  ·  Tuesday 19 to Thursday 21 January  ·  after the grades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640080"/>
            <a:ext cx="374904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unhurried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in the year.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ONE AND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 A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minutes, one real thing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is returned, and while everyone else re-reads their own against the criteria, we talk one to one. Eleven students across two days is about eight minutes each: enough for one real conversation if it is prepared, useless if it is not. Know the one thing you will say to each of them before Tuesday.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mummy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Mummy Portrait of a Man, Roman Egypt, c. 101 CE · where the course began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LAST LOOK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began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thing you looked at was a face painted to survive. A semester later you can read what a picture decided, and defend the reading to someone who saw it differently. Keep that. It is the whole of the method.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THE TRAILER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DIFFERENT COURSE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picture to the price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term was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images: what a picture decided, and how to argue it from the picture itself. The eye, trained.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Semester 2 is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structures around the picture: patronage, the market, who decides what is worth money and what is allowed to be seen. It ends on the Atlas Book. Write one goal, about a practice, not a grade.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UNCODED RETURN DAYS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grades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19 JAN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returned; one-to-one feedback begins (LB9)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443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20 JAN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944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One-to-one continued; grades and comments due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027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21 JAN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6027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2 trailer; write the goal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426110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World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Patronage, the market, and who decides. See you there.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2026-07-25T02:06:43Z</dcterms:created>
  <dcterms:modified xsi:type="dcterms:W3CDTF">2026-07-25T02:06:43Z</dcterms:modified>
</cp:coreProperties>
</file>