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one is the only time all year the whole course is visible at once. Warm, scholarly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atlas method is genuinely strange to students taught art history as a timeline. Say the strange thing out loud and do not apologise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Roman mummy portrait, Utamaro, Caravaggio, Friedrich, Heda, Munari. The point is adjacency, not chronology.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 silent on one image, title withheld; describe in writing for two minutes, then spoken. Close: what did someone else see that you did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Ritual objects and ancestral presence: what an object does. This sets up the first constellation board (A1).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darkroom will overrun. Let it. The reflection is the graded thing and its fifteen minutes are protected. CS1 collected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Twenty-five minutes making, fifteen writing the reflection while the print is still wet.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822960"/>
            <a:ext cx="2926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00"/>
              </a:lnSpc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</a:t>
            </a:r>
            <a:endParaRPr lang="en-US" sz="7800" dirty="0"/>
          </a:p>
          <a:p>
            <a:pPr indent="0" marL="0">
              <a:lnSpc>
                <a:spcPts val="7400"/>
              </a:lnSpc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Atlas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Origins and Ancestral Memory · Lesson 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sessions  ·  Tuesday 1 to Thursday 3 September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640080"/>
            <a:ext cx="329184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before</a:t>
            </a:r>
            <a:endParaRPr lang="en-US" sz="64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explain.</a:t>
            </a:r>
            <a:endParaRPr lang="en-US" sz="6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ATLAS PANEL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works, six centuries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3416808" cy="191566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1131873b-e36e-44c1-91c0-268fb16c8435/scratchpad/img/mum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4786" y="1911096"/>
            <a:ext cx="1173155" cy="16596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86072" y="1783080"/>
            <a:ext cx="3416808" cy="191566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private/tmp/claude-501/-Users-dogan-Documents-Vaults-Courses/1131873b-e36e-44c1-91c0-268fb16c8435/scratchpad/img/utama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498" y="1911096"/>
            <a:ext cx="1111956" cy="16596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49184" y="1783080"/>
            <a:ext cx="3416808" cy="191566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2" descr="/private/tmp/claude-501/-Users-dogan-Documents-Vaults-Courses/1131873b-e36e-44c1-91c0-268fb16c8435/scratchpad/img/musician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392" y="1911096"/>
            <a:ext cx="2162392" cy="165963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845052"/>
            <a:ext cx="3416808" cy="191566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3" name="Image 3" descr="/private/tmp/claude-501/-Users-dogan-Documents-Vaults-Courses/1131873b-e36e-44c1-91c0-268fb16c8435/scratchpad/img/wander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25" y="3973068"/>
            <a:ext cx="1293479" cy="165963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386072" y="3845052"/>
            <a:ext cx="3416808" cy="191566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4" descr="/private/tmp/claude-501/-Users-dogan-Documents-Vaults-Courses/1131873b-e36e-44c1-91c0-268fb16c8435/scratchpad/img/hed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879" y="3973068"/>
            <a:ext cx="2143194" cy="165963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949184" y="3845052"/>
            <a:ext cx="3416808" cy="1915668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7" name="Image 5" descr="/private/tmp/claude-501/-Users-dogan-Documents-Vaults-Courses/1131873b-e36e-44c1-91c0-268fb16c8435/scratchpad/img/munari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7038" y="3973068"/>
            <a:ext cx="1701100" cy="165963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58978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side by side, unlike images argue by resemblance, not by date. This is the move every unit repeats.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200"/>
              </a:lnSpc>
              <a:buNone/>
            </a:pPr>
            <a:r>
              <a:rPr lang="en-US" sz="7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Resemblance</a:t>
            </a:r>
            <a:endParaRPr lang="en-US" sz="7200" dirty="0"/>
          </a:p>
          <a:p>
            <a:pPr indent="0" marL="0">
              <a:lnSpc>
                <a:spcPts val="7200"/>
              </a:lnSpc>
              <a:buNone/>
            </a:pPr>
            <a:r>
              <a:rPr lang="en-US" sz="7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beats date.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822960" y="45262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atlas method, after Aby Warburg. Images argue by adjacency, not chronology.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matthew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TWO · LOOK FIRST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minutes, in silence, before the title.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Caravaggio, The Calling of Saint Matthew, 1599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days, one job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Introductions across the year groups, then the atlas method: Warburg's panels, and why resemblance beats date.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71416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4471416" y="297180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71416" y="35204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before you explain. Ten minutes silent on one image, the title withheld; describe in writing, then out loud.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19872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8119872" y="297180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3108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19872" y="35204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darkroom: an image stops being a screen and becomes a thing that light did to a surface.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mummy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Mummy Portrait of a Man, Roman Egypt, c. 101 CE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Ancestral</a:t>
            </a:r>
            <a:endParaRPr lang="en-US" sz="4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I asks what an object does, not only what it depicts. A face painted to keep a person present is not a picture of memory. It is the memory, made to survive.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332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painted gaze is entirely concentrated on the life it knows it will one day lose.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48920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Berger, on the Fayum portraits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 · THE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STRANGE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hold a picture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Taught as a timeline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arrive holding art history as dates and periods, a line from earlier to later. It sorts, but it does not make anyone look.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as a constellation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atlas sets unlike images side by side and asks what the adjacency argues. Looking comes first; the date can wait.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talbot-lace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THREE · THE DARKROOM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photogram: the thing itself, laid on the paper and printed by light.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Henry Fox Talbot, Lace, c. 1845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le-gray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Gustave Le Gray, The Great Wave, Sete, 1857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index of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thing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image light made, not a hand drew: a trace of something that was really there. Hold onto the distinction, because it is load-bearing for the whole of Unit IV in December.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Survives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02. A1 gets its own air.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2026-07-25T01:51:23Z</dcterms:created>
  <dcterms:modified xsi:type="dcterms:W3CDTF">2026-07-25T01:51:23Z</dcterms:modified>
</cp:coreProperties>
</file>