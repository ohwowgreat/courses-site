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board is the course in miniature and this is the first time they do it. Days 1 to 2 content, days 3 to 5 the build. The build must not start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justification is what separates the two, and it is the thing to be hard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Neolithic settlement and the made object: what changes in images when people stop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Ritual objects and ancestral presence: what an object does, not only what it depicts.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who begin arranging before they have enough candidates arrange what they have. Gather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early how the group/individual split works, or day five is spent arguing about it instead of hanging.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82296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</a:t>
            </a:r>
            <a:endParaRPr lang="en-US" sz="78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and Ancestral Memory · Lesson 03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  ·  Monday 14 to Friday 18 September  ·  A1 due Friday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640080"/>
            <a:ext cx="42976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board without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reasons is a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board.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hamangia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Hamangia culture, The Thinker and The Sitting Woman, Romania, c. 5000 BCE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made</a:t>
            </a:r>
            <a:endParaRPr lang="en-US" sz="4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people stop moving, the object changes. It is kept, buried, set down on purpose. What appears in images when a place becomes a home?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olmec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Seated figure, Olmec, Mexico, c. 1200 to 900 BCE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ANCESTRAL PRESENCE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does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it by what it does, not only by what it depicts. A figure set in a grave is not a picture of a person. It stands in for one, and it is expected to act.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THE 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BOARD LOOKS LIKE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objects, one wall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526030" cy="3108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hamang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486311"/>
            <a:ext cx="2269998" cy="170249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95294" y="1783080"/>
            <a:ext cx="2526030" cy="3108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mumm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977" y="1911096"/>
            <a:ext cx="2016663" cy="28529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67628" y="1783080"/>
            <a:ext cx="2526030" cy="3108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2" descr="/private/tmp/claude-501/-Users-dogan-Documents-Vaults-Courses/1131873b-e36e-44c1-91c0-268fb16c8435/scratchpad/img/olme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343017"/>
            <a:ext cx="2269998" cy="198908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839962" y="1783080"/>
            <a:ext cx="2526030" cy="31089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3" descr="/private/tmp/claude-501/-Users-dogan-Documents-Vaults-Courses/1131873b-e36e-44c1-91c0-268fb16c8435/scratchpad/img/lascaux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978" y="2593426"/>
            <a:ext cx="2269998" cy="14882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50749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Neolithic figure, Fayum portrait, Olmec figure, Lascaux wall. Placed together, they make you ask what they share. The pairing is the argument.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Constellation workshop: two unlike images, one defended pairing, out loud, everybody. Direct practice for A1.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332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are to objects</a:t>
            </a:r>
            <a:endParaRPr lang="en-US" sz="5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constellations</a:t>
            </a:r>
            <a:endParaRPr lang="en-US" sz="5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to stars.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Walter Benjamin, The Origin of German Tragic Drama, 1928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A1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DEFENDED PAIRING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reason that cannot move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mood board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Puts things that look nice together. The adjacency has no reason, so it could be reshuffled and nothing would be lost.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board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adjacency carries a reason that could not be moved to a different pair. Break the pair and the argument breaks with it.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FRIDAY 18 SEPTEMBER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Marked on three things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22585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adjacency justified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7157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reason that could not be moved to a different pair.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33101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argument legible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37673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layout, before a word of the write-up is read.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89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011680" y="436168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Objects by what they do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481888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 for their action, not only their appearance.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3035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group board is hung together; the write-up is individual. Say early how the split grade works.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argument is</a:t>
            </a:r>
            <a:endParaRPr lang="en-US" sz="56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legible from the</a:t>
            </a:r>
            <a:endParaRPr lang="en-US" sz="56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layout.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22960" y="48920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word of the justification is read.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SESSIONS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week, day by day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14 SEP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Neolithic settlement and the made object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95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15 SEP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88950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 objects and ancestral presence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49300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930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16 SEP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49300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Constellation workshop: one defended pairing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965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17 SEP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09651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Unit 1 board on the wall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70001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0001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18 SEP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70001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hang, justification written, A1 collected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" y="53035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Telling It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Words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04. Unit II opens: narrative, myth and allegory.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2026-07-25T01:51:27Z</dcterms:created>
  <dcterms:modified xsi:type="dcterms:W3CDTF">2026-07-25T01:51:27Z</dcterms:modified>
</cp:coreProperties>
</file>