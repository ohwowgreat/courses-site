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3 opens on a film because the table is easier to see when it is moving.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 Lee's cooking scenes are the argument. Students notice the noticing before they notice the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look at paintings of meals: who is where. Hold back Heda, the Last Supper and the Qingming scroll; they arrive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meal is a social order made visible. Who carries, who is seated, who is at the 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LB3 posts from this seminar. Autumn field trip may take Friday; if it does, LB3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822960"/>
            <a:ext cx="34747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UNIT III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800"/>
              </a:lnSpc>
              <a:buNone/>
            </a:pPr>
            <a:r>
              <a:rPr lang="en-US" sz="6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Table as</a:t>
            </a:r>
            <a:endParaRPr lang="en-US" sz="6800" dirty="0"/>
          </a:p>
          <a:p>
            <a:pPr indent="0" marL="0">
              <a:lnSpc>
                <a:spcPts val="6800"/>
              </a:lnSpc>
              <a:buNone/>
            </a:pPr>
            <a:r>
              <a:rPr lang="en-US" sz="6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Moral Space</a:t>
            </a:r>
            <a:endParaRPr lang="en-US" sz="68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Food, the Table and Ethics · Lesson 06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sessions  ·  Monday 19 to Friday 23 October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640080"/>
            <a:ext cx="393192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7589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table is easier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see when it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moving.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TWO TO THREE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 DRINK MAN WOMAN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Said through food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Sunday dinner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widowed chef and three daughters. Everything the family cannot say to one another is said in the kitchen, over the food, at the table.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the noticing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notice yourself noticing before you notice the structure. That is the point: the table shows what talk conceals.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steen-merry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WHERE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table before the story: who sits, who serves, who is turned away.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Steen, The Merry Family, 1668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bruegel-wedding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FEAST, AND ITS EDGES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whole community fed, and the two men carrying the food doing the looking.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Pieter Bruegel the Elder, The Peasant Wedding, 1567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332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me what you eat,</a:t>
            </a:r>
            <a:endParaRPr lang="en-US" sz="52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 will tell you</a:t>
            </a:r>
            <a:endParaRPr lang="en-US" sz="52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are.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822960" y="493776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 Anthelme Brillat-Savarin, The Physiology of Taste, 1826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TABLE AS A MORAL SPACE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space with rules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shows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fed and who feeds; what is abundant and what is withheld; where the honour seat is and who never reaches it.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is moral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meal decides something about worth and belonging. To paint a table is to take a position on all of it, whether the painter admits it or not.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FIVE · SEMINAR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FOOD, CLASS, AND ABSENCE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not in the picture?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meal painting has a kitchen it does not show, a field it does not show, and a set of hands that grew, carried and cooked the food. The seminar asks where they went, and why the picture could spare them.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SESSIONS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week, day by day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19 OCT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228600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table as moral space; three paintings of meals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94436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443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TUE–WED 20–21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94436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Eat Drink Man Woman, screened as one session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60273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0273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22 OCT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3602736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meal replayed twice; the written reading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426110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6110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23 OCT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4261104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Seminar: food, class, who is not in the picture (LB3)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22960" y="491947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Split Weeks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07. Five ways into one question, while half the room is away.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2026-07-24T14:48:28Z</dcterms:created>
  <dcterms:modified xsi:type="dcterms:W3CDTF">2026-07-24T14:48:28Z</dcterms:modified>
</cp:coreProperties>
</file>