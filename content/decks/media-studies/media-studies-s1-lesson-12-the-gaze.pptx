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block builds van Zoonen and Mulvey; the double stress-tests Mulvey; hooks reframes the whole week. Homework issued Tuesday: the hooks extract, 300 to 400 words, glossed, EN with ZH support, read before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who buys the perfume: who is the looking arranged for? That is the whole week in one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D1 starter is one perfume ad and one question: who is this image for? The next slide is the worked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house, same product category, two genders sold. Pairs decompose both into the conventions, then swap them on paper: what breaks is the information. One perfume ad opens D1: who is this image for?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mirror does not add up and the barmaid looks past us. Manet painted the problem the week is about: who looks at whom.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Hitchcock's Jeff is the three looks in one body: he is the camera, the character, and us. The D2 first test tracks the three looks timecoded on one classical-era clip. Crib: Deck U2.1 slide 6 (Mulvey, Creed, Kuhn).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posters are the slide-safe version of the PROPOSED screened pairs (action sequence, music video, perfume ad; same genre, comparable scene function). Bond is the cleanest single-franchise case: read the two posters' poses, gazes and fragmentation before any clip runs. Sourcing note: Goldfinger was the first choice and is excluded under the no-nudes rule (its key art carries the gold-painted figure in every variant); Dr. No's 007! sheet carries the same reading, clothed.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Swapped 2026-08-24: Manet's Olympia (a nude, against the no-nudes rule, and a July stand-in from the public-domain era) is retired; Cahun is the work the lesson names and the site already shows. The library scan is 1026x1388; shown whole as an image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Taught from the read extract (300 to 400 words, glossed, EN with ZH support, issued Tuesday). Daughters of the Dust (1991) is hooks's own screen example if the room wants a text; the reframe then runs on the week's own ads and clips.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CS10 carries the theorist sentence-starters scaffold (ESL): the card is on every desk. The A3 date is hard: Fri 13 Nov to Fri 27 Nov, verified as exactly 14 days, which exceeds the register's one-week notice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822960"/>
            <a:ext cx="41148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Gaze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822960" y="3429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· Lesson 12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 9 · Tue 10 · Wed 11 (double) · Fri 13 November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Gaze theory taught as live questions, not settled answers.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0" y="640080"/>
            <a:ext cx="44805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</a:t>
            </a:r>
            <a:endParaRPr lang="en-US" sz="25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QUESTION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the looking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arranged for?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ZOONEN · GENDER AS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ASSEMBLED, NOT PHOTOGRAPHED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it is assembled, it can be assembled otherwise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Gender in media is not a fact being photographed. It is a performance, built from repeatable conventions: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body is arranged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527298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Gaze direction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527298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7298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eyes are sent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31636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231636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1636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body shown in parts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935974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935974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35974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world built around it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the conventions between two ads on paper: what breaks, and why does the break feel like information?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ADS, ONE HOUSE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FOUR CONVENTIONS ACROSS BOTH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3762756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dior-jad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03" y="1170432"/>
            <a:ext cx="3031270" cy="43342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1476" y="1097280"/>
            <a:ext cx="3762756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dior-sauvag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52" y="1170432"/>
            <a:ext cx="3137203" cy="43342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5596128"/>
            <a:ext cx="3762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Dior, J'adore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951476" y="5596128"/>
            <a:ext cx="3762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Dior, Sauvage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9125712" y="1325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9125712" y="1691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offered stillness against restless motion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125712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9125712" y="2834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 past us; sent straight at us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9125712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9125712" y="3977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dress is the body; the face is the man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9125712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9125712" y="5120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golden sea against burnt desert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anet-folies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LOOKING THAT WILL NOT RESOLVE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mirror behind her does not add up. Who is she looking at, and who is looking at her?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Edouard Manet, A Bar at the Folies-Bergere, 1882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MULVEY · A CLAIM FROM 1975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TO BE TESTED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looks, classically aligned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0020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camera's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00200" y="21945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shot itself frames, lingers, and fragments the figure on screen.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0020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characters'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5204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people within the story look at one another inside the narrative.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22960" y="4434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4434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audience's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00200" y="48463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are positioned to look, and whose looking we are lent.</a:t>
            </a:r>
            <a:endParaRPr lang="en-US" sz="1450" dirty="0"/>
          </a:p>
        </p:txBody>
      </p:sp>
      <p:pic>
        <p:nvPicPr>
          <p:cNvPr id="15" name="Image 0" descr="/Users/dogan/Documents/Vaults/Courses/wiki/classes/media-studies/decks/_build/img/crops/rearwindow-lens_a9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097280"/>
            <a:ext cx="4023360" cy="41605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360920" y="5303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 Window (1954): the audience's surrogate, lens raised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58064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Classically, all three align on woman as spectacle. This is a claim from 1975 about a system, made to be tested, not recited.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their traditional exhibitionist role, women are simultaneously looked at and displayed... so that they can be said to connote to-be-looked-at-ness.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 Mulvey, Visual Pleasure and Narrative Cinema, 1975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DECADE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VARIABLE IS ERA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Hold, shift, or invert?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6217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a genre pair, one text before 2000 and one after 2018, with a comparable scene function so the only variable is era. Gather timecoded evidence for the camera-look, the character-look, and audience positioning in each. Then reach a verdict with the evidence attached: did the gaze hold, shift, or turn out to be the same structure pointed elsewhere?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verdict must survive one structured counter: challenger named in advance, evidence required.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86600" y="1143000"/>
            <a:ext cx="2103120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poster-dr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1780168"/>
            <a:ext cx="1993392" cy="302334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326880" y="1143000"/>
            <a:ext cx="2103120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1" descr="/Users/dogan/Documents/Vaults/Courses/wiki/classes/media-studies/decks/_build/img/poster-ntt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744" y="1815982"/>
            <a:ext cx="1993392" cy="29517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86600" y="54864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franchise, six decades: Dr. No (1962), No Time to Die (2021)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is power in looking.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 hooks, The Oppositional Gaze, 1992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LOOK SENT 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IMAGE THAT REFUSES ITS ASSIGNMENT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120640" cy="47548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cahun-sel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0521" y="1225296"/>
            <a:ext cx="3325517" cy="44988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8704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Cahun, Self-Portrait, 1920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309360" y="12801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Refusing to be only an image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2423160"/>
            <a:ext cx="5120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Cahun shaves the head, wears the suit, plants a hand on the hip and stares the camera down: every convention of the looked-at woman refused in one frame, a century ago. The portrait does not offer itself; it examines you.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stare is the bridge to hooks: the gaze returned by someone the system never expected to look back. Ask of any text this week: who is allowed to look, who is looked at, and what happens when the assignment is refused?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 · THE OPPOSITIONAL GAZE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QUESTION, FLIPPED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Looking back at what never expected you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bell hooks flips the week's question. Not how the text looks at its subjects, but who the looking was built for, and what happens when someone else does it. Refusing a text, and reading it again against itself, is critical work. The oppositional gaze looks back at a text that never expected you to be watching.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THEORIST DOING ANALYTICAL WORK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decoration, analysis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close-reading paragraph on a still or short clip: a claim, evidence, and a theorist working inside the analysis. As Mulvey's camera-look predicts... beats Mulvey said the male gaze. The theorist earns their place by doing work, not by being named.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scripts come in, a Smuggler Hunt: partners hunt for a decorated theorist, named but doing no work.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52578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announced today: the complete C1 portfolio, due Friday 27 November, exactly 14 days.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Creative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Reflection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13. Where AO2 lives in the portfolio: cut every sentence that describes instead of reflects.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2026-08-24T08:54:28Z</dcterms:created>
  <dcterms:modified xsi:type="dcterms:W3CDTF">2026-08-24T08:54:28Z</dcterms:modified>
</cp:coreProperties>
</file>