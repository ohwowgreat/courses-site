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days that turn analytical instinct into analytical method, wrapped around the audit that makes A2 safe.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commonest A1 gap is coverage: whole code families left unvisited. The fix is an order, run the same way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D1: one TV cold open screened twice. First pass, list every question the text plants; second, every promise it makes.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hinge of the week: the audit is A2's marking preview, placed with working days to spare so there is still time to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0" y="822960"/>
            <a:ext cx="41148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24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</a:t>
            </a:r>
            <a:endParaRPr lang="en-US" sz="60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Systematically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Toward the Blog Mid-Point · Lesson 07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days  ·  Friday 16 to Friday 23 October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0" y="640080"/>
            <a:ext cx="448056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VII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Procedural,</a:t>
            </a:r>
            <a:endParaRPr lang="en-US" sz="58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8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talent.</a:t>
            </a:r>
            <a:endParaRPr lang="en-US" sz="5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a3a5132d-721f-4cd4-8ddd-e62e2b37b51b/scratchpad/img/crops/friedrich-wanderer_a66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0"/>
            <a:ext cx="45537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18120" y="6126480"/>
            <a:ext cx="41879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Caspar David Friedrich, Wanderer Above the Sea of Fog, 1818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ENIGMA CODE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4922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leaned in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2286000"/>
            <a:ext cx="6583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figure on a rock, his back turned. Who is he? What does he see? The picture plants a question and refuses to answer it, and you leaned in to find out. That lean is Barthes's enigma code working, and every opening is engineered to owe you answers.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BARTHES · TWO OF THE FIVE CODES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AND THE PROMISE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text owes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Enigma code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 a text plants and refuses to answer yet. It creates the debt that keeps you watching: who did it, what is behind the door, will they survive?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code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5603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6974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promise that something will happen, and soon. A loaded gun, a lit fuse, a packed suitcase: the text owes you a consequence.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birth of the reader must be at the cost of the death of the Author.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Roland Barthes, The Death of the Author, 1967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SYSTEMATIC READING ORDER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ORDER, EVERY EXTRACT, EVERY 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order is the discipline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A3C1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Framing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846320" y="17830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in, what is out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51560" y="2240280"/>
            <a:ext cx="0" cy="109728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0008"/>
            <a:ext cx="457200" cy="457200"/>
          </a:xfrm>
          <a:prstGeom prst="ellipse">
            <a:avLst/>
          </a:prstGeom>
          <a:solidFill>
            <a:srgbClr val="A3C1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23500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46320" y="23500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shot, angle, movement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051560" y="2807208"/>
            <a:ext cx="0" cy="109728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916936"/>
            <a:ext cx="457200" cy="457200"/>
          </a:xfrm>
          <a:prstGeom prst="ellipse">
            <a:avLst/>
          </a:prstGeom>
          <a:solidFill>
            <a:srgbClr val="A3C1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291693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46320" y="291693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source, direction, mood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51560" y="3374136"/>
            <a:ext cx="0" cy="109728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483864"/>
            <a:ext cx="457200" cy="457200"/>
          </a:xfrm>
          <a:prstGeom prst="ellipse">
            <a:avLst/>
          </a:prstGeom>
          <a:solidFill>
            <a:srgbClr val="A3C1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348386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Mise-en-scene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846320" y="348386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setting, props, dress, gesture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51560" y="3941064"/>
            <a:ext cx="0" cy="109728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050792"/>
            <a:ext cx="457200" cy="457200"/>
          </a:xfrm>
          <a:prstGeom prst="ellipse">
            <a:avLst/>
          </a:prstGeom>
          <a:solidFill>
            <a:srgbClr val="A3C1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508760" y="4050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846320" y="405079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music, silence, diegetic sound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051560" y="4507992"/>
            <a:ext cx="0" cy="109728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A3C1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1508760" y="4617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Edit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846320" y="4617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cut, pace, transition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051560" y="5074920"/>
            <a:ext cx="0" cy="109728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184648"/>
            <a:ext cx="457200" cy="457200"/>
          </a:xfrm>
          <a:prstGeom prst="ellipse">
            <a:avLst/>
          </a:prstGeom>
          <a:solidFill>
            <a:srgbClr val="A3C1A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508760" y="5184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codes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4846320" y="518464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enigma, action, structure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PARAGRAPH THAT PROVES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Prove, do not assert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140839" y="3383280"/>
            <a:ext cx="7907274" cy="0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0799" y="3063240"/>
            <a:ext cx="640080" cy="64008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Point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931920"/>
            <a:ext cx="23614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claim you are making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456557" y="3063240"/>
            <a:ext cx="640080" cy="64008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50158" y="228600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95878" y="3931920"/>
            <a:ext cx="23614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pinned to a signifier in frame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92315" y="3063240"/>
            <a:ext cx="640080" cy="64008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185916" y="228600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31636" y="3931920"/>
            <a:ext cx="23614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 to the viewer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28073" y="3063240"/>
            <a:ext cx="640080" cy="64008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821674" y="2286000"/>
            <a:ext cx="2452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867394" y="3931920"/>
            <a:ext cx="23614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tied back to the concept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A1 pile's commonest failure is assertion: a claim with no evidence, no effect, no link. PEEM is the repair.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Systematic</a:t>
            </a:r>
            <a:endParaRPr lang="en-US" sz="58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5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beats brilliant.</a:t>
            </a:r>
            <a:endParaRPr lang="en-US" sz="5800" dirty="0"/>
          </a:p>
        </p:txBody>
      </p:sp>
      <p:sp>
        <p:nvSpPr>
          <p:cNvPr id="4" name="Shape 2"/>
          <p:cNvSpPr/>
          <p:nvPr/>
        </p:nvSpPr>
        <p:spPr>
          <a:xfrm>
            <a:off x="822960" y="466344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order run silently, notes in order, no wandering. The discipline is the exercise, not a warm-up for it.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a3a5132d-721f-4cd4-8ddd-e62e2b37b51b/scratchpad/img/crops/johnston-geography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CS5 · THE BLOG AUDIT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blog read by a peer against the same checklist A2 is marked with, three days before it is due.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Frances Benjamin Johnston, a Geography class, Hampton, c. 1899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MID-POINT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POST DATED, CONTRIBUTIONS LABELED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posts, no gaps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Brief and group registered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29514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500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235000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into similar products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22960" y="286207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169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08760" y="2916936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profile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4290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4838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3483864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Pitch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399592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0507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08760" y="4050792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suite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456285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617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508760" y="461772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log opening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22960" y="51297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1846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508760" y="5184648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production evidence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22960" y="56967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861304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written as actions, not comments: post 3 has no audience data, add the survey screenshot, beats more detail.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· CS5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AUDIT THAT MAKES A2 SAFE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teaching days to Monday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CS5 is a peer blog audit against the mid-point checklist, the same instrument A2 is marked with. It is placed with working days to spare on purpose, so the deadline surprises nobody. A2 is submitted work, not a sitting: it is due the Monday after this lesson ends.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Representation,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Applied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08. Hall, construction and reading positions, turned on your own product.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2026-07-25T04:00:09Z</dcterms:created>
  <dcterms:modified xsi:type="dcterms:W3CDTF">2026-07-25T04:00:09Z</dcterms:modified>
</cp:coreProperties>
</file>