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semester's knowledge gets audited before the exam tests it. Every case study crossed against the four Key Concepts until the uncovered cell is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century ago two astronomers photographed the entire moon, plate by plate, so that no region went unexamined. That is the week's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moon atlas as the emblem of complete coverage: the empty cell is the point of the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4480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and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Coverage Matrix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 · Lesson 14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  ·  Monday 21 to Wednesday 23 December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640080"/>
            <a:ext cx="48463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OF COVERAGE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region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goes unexamined.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A4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AGAINST MARK SCHEME, NOT GRADE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Self-band first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yourself first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Re-read your A4 script against the five criteria and band each one, before you see the mark. The gap between the two is the conversation.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target thread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one target from the AO splits, connected in writing to the L11 target. Two data points now: the Forecast Grade has evidence.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SECTION B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PLAN, AN ARGUMENT YOU COULD WIN ALOUD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140839" y="3383280"/>
            <a:ext cx="7907274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8231" y="309067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position you will defend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3989" y="309067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50158" y="233172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95878" y="388620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case-study facts that back 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19747" y="309067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85916" y="233172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31636" y="388620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strongest opposing case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755505" y="309067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21674" y="233172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7394" y="388620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your claim still stands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 it aloud in trios, one countering from the same case study; the talk is the drafting. Plans that survived a counter do not go stale.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who knows only his own side of the case knows little of that.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Stuart Mill, On Liberty, 1859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loewy-moon_a6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0" y="6126480"/>
            <a:ext cx="400507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Loewy and Puiseux, from the Atlas Photographique de la Lune, c. 1900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BY PLATE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675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moon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astronomers spent years photographing the entire moon, plate by plate, so that no region went unexamined. That is the standard of coverage for this week: not a favourite topic revisited, but every cell of the matrix looked at honestly, including the empty ones.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AGAINST THE FOUR CONCEPTS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empty cell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16118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6076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6034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film studio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39312" y="235915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89270" y="235915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9270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39228" y="235915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39228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89186" y="2359152"/>
            <a:ext cx="1803654" cy="722376"/>
          </a:xfrm>
          <a:prstGeom prst="rect">
            <a:avLst/>
          </a:prstGeom>
          <a:solidFill>
            <a:srgbClr val="FAF8F1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9186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streaming platform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39312" y="322783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89270" y="3227832"/>
            <a:ext cx="1803654" cy="722376"/>
          </a:xfrm>
          <a:prstGeom prst="rect">
            <a:avLst/>
          </a:prstGeom>
          <a:solidFill>
            <a:srgbClr val="FAF8F1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9270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39228" y="322783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9228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89186" y="322783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9186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public broadcaster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639312" y="409651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89270" y="409651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9270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39228" y="409651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9228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489186" y="409651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89186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5029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 the document, thin, or empty. The room should see a cell scored empty without ceremony.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weakest cell,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in writing.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leaves with the emptiest cell of their own matrix named. That cell is the HW2 target, and the break exists to fill 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BREAK, AND THE EXAM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LAST TEACHING SESSION BEFORE THE WINDOW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on the record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MON 4 JAN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874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revision page per case study, plus one Section B essay plan aimed at the named weakest cell. Three to four hours across eleven days.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EoT announced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FROM MON 11 JAN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34290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two-hour Component 2. Today is the last session that clears the 14-day notice; the format is A4's plus Section B, nothing new.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Rehearsal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15. Making the exam boring: no surprises left in format, timing, or the mark scheme.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2026-07-25T04:00:44Z</dcterms:created>
  <dcterms:modified xsi:type="dcterms:W3CDTF">2026-07-25T04:00:44Z</dcterms:modified>
</cp:coreProperties>
</file>