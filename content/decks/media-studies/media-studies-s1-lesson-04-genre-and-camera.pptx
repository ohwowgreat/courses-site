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theory and camera vocabulary land together because A1 will demand them in the same paragraph. The Friday is lost to Mid-Autumn Festival.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reframed from a box of tropes into an agreement between industry and audience: the version that earns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Genre-recognition demonstrated on paintings students have never seen proves the mechanism is theirs already, before any film term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</a:t>
            </a:r>
            <a:endParaRPr lang="en-US" sz="66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Camera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04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  ·  Monday 21 to Wednesday 23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· NEALE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is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contract.</a:t>
            </a:r>
            <a:endParaRPr lang="en-US" sz="5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GENRE, WORKING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PAINTERS, THREE CENTURIES APART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knew instantly they belong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88636" cy="3794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a3a5132d-721f-4cd4-8ddd-e62e2b37b51b/scratchpad/img/vanitas-du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36" y="1865376"/>
            <a:ext cx="4599484" cy="3538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7356" y="1737360"/>
            <a:ext cx="5088636" cy="3794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a3a5132d-721f-4cd4-8ddd-e62e2b37b51b/scratchpad/img/vangogh-sku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509" y="1865376"/>
            <a:ext cx="2594330" cy="3538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6052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vanitas still life, 17th century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77356" y="56052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Gogh, Skull with Burning Cigarette, 1885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skulls, two centuries apart. The recognition was instant, and it happened before a single film term. That recognition is genre working.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Genres are instances of repetition and difference, and difference is absolutely essential to the economy of genre.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Neale, Genre and Hollywood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· THE DEAL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SIDES OF ONE CONTRACT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gets what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industry gets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pre-sold, budgetable product. Genre lowers the risk: audiences already know roughly what they are buying.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gets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promise of pleasure, with room for surprise. Enough of the familiar to trust it, enough difference to stay awake.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question: why does the industry need genre more than we do?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 GENRE YOU KNOW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C-DRAMA, XIANXIA, HORROR, IDOL VARIETY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of the contract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repeats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conventions the audience expects and would miss if absent.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varies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283196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this instance offers: the reason to watch this one.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profits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37360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banks on the repetition: the studio, the platform, the franchise.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promised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83196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pleasure the audience is being sold: fear, romance, awe, comfort.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is not simply given by the culture: it is a constant process of negotiation and change.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Buckingham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AS VERBS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DOES, THEN WHAT IT DOES TO YOU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shot ladder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280160" cy="40233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288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close-up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395728"/>
            <a:ext cx="2103120" cy="40233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3957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Close-up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962656"/>
            <a:ext cx="3200400" cy="40233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29626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96265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shot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529584"/>
            <a:ext cx="4389120" cy="40233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295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52958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shot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096512"/>
            <a:ext cx="5669280" cy="40233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0965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long shot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 ·  low  ·  eye  ·  canted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3401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 ·  tilt  ·  track  ·  dolly  ·  zoom  ·  handheld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each as a verb: the camera looks up at, creeps toward, refuses to follow.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angle: he towers.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am small.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move, then name what it does to you. The effect is the analysis; the label alone earns nothing.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DOUBLE, THE DRESS REHEARSAL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A1, with the stakes off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 unlabeled clip, one analytical paragraph in exam register: a genre claim, technical evidence in camera verbs, symbolic evidence, and what the audience is being promised. Marked in the official Paper 2 language so the feedback transfers straight to A1.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· terminology · analysis of how meaning is created · examples.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and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Planning Lock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05. Todorov, Propp, and a plan someone else could shoot.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2026-07-25T04:00:00Z</dcterms:created>
  <dcterms:modified xsi:type="dcterms:W3CDTF">2026-07-25T04:00:00Z</dcterms:modified>
</cp:coreProperties>
</file>