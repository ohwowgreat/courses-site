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Forecast Grade anchor. Two days trace one institution end to end; Wednesday is the first authentic Section A sitting.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Lindbergh, 1927: newsreels, press syndicates, radio, records, all selling the same story to itself. The media event predates the internet by seventy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Lindbergh as the worked historical anchor: integration, synergy, and convergence visible in 1927.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82296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XIII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A4: Section A in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 Format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Contexts · Lesson 13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14 to Friday 18 December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640080"/>
            <a:ext cx="49377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XIII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 EVENT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man,</a:t>
            </a:r>
            <a:endParaRPr lang="en-US" sz="5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channel.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EXAM'S THREE INSTITUTION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AND SEPARATED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Integration, synergy, convergence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Owning the stages (vertical) or the neighbours (horizontal). One company holds more of the chain.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Synergy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parts sell each other: the film sells the soundtrack sells the toy sells the sequel.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and platforms flow together: one story across screen, phone, print, and feed.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underwood-lindbergh_a5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0"/>
            <a:ext cx="40507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6126480"/>
            <a:ext cx="368503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 &amp; Underwood, Charles Lindbergh, 1927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SYNERGY, 1927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9494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channel,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story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 crosses an ocean, and every channel of the era sells the same story to itself: newsreels, press syndicates, radio, records, endorsements. The media event, the synergy, the convergence: all of it seventy years before the internet gave them names.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spontaneous, but comes about because someone has planned, planted, or incited it... primarily for the purpose of being reported.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Boorstin, The Image, 1962, on the pseudo-event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INSTITUTION,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GREENLIGHT TO YOUR FEED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it all the way through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701546" y="3383280"/>
            <a:ext cx="8785860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5514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says yes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2686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25852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25852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makes 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9858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3024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3024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moves 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17030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40196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40196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sells 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74202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97368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97368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find 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31374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54540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54540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paid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link annotated from the case-study documents, drawn as one chain on the board.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minutes of notes.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Forty-five of writing.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skill from A1's single hour. The viewing window is for structured notes, not a transcript: the grid, not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VIEWING-NOTES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CAPTURE, DO NOT COMPOSE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four-family grid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25420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9992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7356" y="18288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20116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51676" y="25420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1676" y="29992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862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690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5994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0566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7356" y="38862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76" y="40690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51676" y="45994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1676" y="50566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90-second drills first: notes into the grid, pens down. The grid is the discipline the viewing window needs.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REGULATION, THE FOURTH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SIT IS FRESH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chain, one link longer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3032" cy="86868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 ←  incentive  ←  payer  ←  REGULATOR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regulates the case-study institution (Ofcom, NRTA, platform self-regulation), with what powers, and what that visibly changes: scheduling, cuts, ratings, and above all what never gets made. Add the regulation row to the document, and date it.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GRADE ANCHOR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sits Wednesday 16 December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2 Section A in authentic format: an unseen TV-drama extract, thirty minutes of viewing and structured notes, then forty-five of writing. Marked to the CIE band descriptors, per-criterion, with AO splits recorded per script for the L14 review. No debrief on the day, by design: the format is the lesson, and it ends the way the real one does.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and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Coverage Matrix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14. The semester's knowledge, audited before the exam tests 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2026-07-25T04:00:34Z</dcterms:created>
  <dcterms:modified xsi:type="dcterms:W3CDTF">2026-07-25T04:00:34Z</dcterms:modified>
</cp:coreProperties>
</file>