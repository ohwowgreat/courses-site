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four: camera, sound, mise-en-scene, editing, then integration. Monday teaches the whole lexicon as verbs. Tuesday is the shoot: six shots on their own kit, posted to the blog as CS3.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one frame. The camera position is a decision somebody made about you, and every term in this lesson is a name for one of those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Taught in four passes, always term then effect. The syllabus lists all of these as examinable content. Ladder sprint, rungs one to three,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overhead: students can name high angle in a second, and the mark is in the sentence after that. The same film returns on the mise-en-scene deck, shot from the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the Scheme of Work's camera bank. This is the half that turns terminology into Section A marks: technique, then meaning, then representation.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photograph made about composition. Shown whole, never cropped: the composition is the content. Same four questions apply to any frame they shoot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Steadicam is on the movement list they just met. Name the verb: the camera glides with him, refuses to cut away. Then the effect: his access becomes ours, which is why the shot feels like privilege. Two frames from one continuous take, dir. Martin Scorsese.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production still shows what a camera movement costs: track laid on sand, lights rigged at noon. The dolly zoom is two movements cancelling: the lens zooms out as the dolly pushes in, so Brody holds size while the background rushes away. Dir. Steven Spielberg.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Phones are fine and often better: all three controls exist on a phone. Circulate with one question only: what is that shot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822960"/>
            <a:ext cx="42062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03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Monday 14 to Tuesday 15 September  ·  first of the four technical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0"/>
            <a:ext cx="45720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standing,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who put you there?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following technical elements create specific representations of individuals/groups/events/places, and help to articulate specific messages and values that have social significance.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International 9607, subject content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AS VERBS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DOES, THEN WHAT IT DOES TO YOU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shot ladder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1280160" cy="402336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8288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8288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Extreme close-up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395728"/>
            <a:ext cx="2103120" cy="402336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3957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23957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Close-up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2962656"/>
            <a:ext cx="3200400" cy="402336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29626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06240" y="296265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 shot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529584"/>
            <a:ext cx="4389120" cy="402336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5295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94960" y="3529584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 shot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096512"/>
            <a:ext cx="5669280" cy="402336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0965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409651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Extreme long shot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68096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80960" y="217627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 ·  low  ·  eye  ·  canted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680960" y="27432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80960" y="309067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  ·  tilt  ·  track  ·  dolly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crane  ·  steadicam  ·  zoom  ·  handheld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80960" y="40690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80960" y="441655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framing  ·  rule of thirds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depth of field  ·  focus pulls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" y="50749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each as a verb: the camera looks up at, creeps toward, refuses to follow.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bh-overhead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· VIEWPOINT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400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stands here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23317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 is directly overhead, a position no person in the scene could occupy. From there the cobbles become pattern, the carts become geometry, and the two men in livery are made small, tidy and equal: a concierge and his lobby boy, ranked by the frame before either speaks.</a:t>
            </a:r>
            <a:endParaRPr lang="en-US" sz="1750" dirty="0"/>
          </a:p>
          <a:p>
            <a:pPr indent="0" marL="0">
              <a:lnSpc>
                <a:spcPts val="2500"/>
              </a:lnSpc>
              <a:buNone/>
            </a:pPr>
            <a:endParaRPr lang="en-US" sz="17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of any frame: could I stand where the camera is standing? If not, the viewpoint is a claim.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Grand Budapest Hotel (2014), dir. Wes Anderson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HALF THAT EARNS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ALONE IS WORTH ALMOST NOTHING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sentences, not one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camera did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low-angle mid shot holds the detective against the ceiling 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is free. Anyone with the glossary can write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did to you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6974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viewer is placed beneath him, so his authority is a fact of the room before he speaks.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09360" y="4114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is the mark, and it is where most scripts stop short.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angle: he towers. I am small. Say both halves, every time.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POWER · THE REPRESENTATION 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CAMBRIDGE'S OWN EXERCISE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one extract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below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737360" y="2450592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therefore granted height, threat or authority by the frame.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above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83196" y="2450592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therefore made small, watched, or available to be judged.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gets the close-ups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737360" y="4645152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therefore an interior life the viewer is invited to share.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stays in the wide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283196" y="4645152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therefore stays a figure in a situation, not a person in a story.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question the mind map is for: what does the camera suggest about hierarchy here?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 · THIRDS ·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4572000" cy="5120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evans-sea-of-st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592" y="1179576"/>
            <a:ext cx="3970736" cy="4864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0" y="11887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here is an accident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943600" y="2286000"/>
            <a:ext cx="54864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0" y="248716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7980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 inside the frame makes a second frame, and the eye goes where the frames agree.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0" y="34564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lines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0" y="376732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steps are a route. The composition tells you where to walk before you decide to.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943600" y="442569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0" y="473659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Foreground stone, middle arch, far light: three planes, so the flat picture reads as a space.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0" y="53949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thirds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570585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bright doorway sits off centre. Dead centre would have made it an object; off centre makes it a destination.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6236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Frederick H. Evans, A Sea of Steps, Wells Cathedral, 1903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REFUSES TO LET GO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shot, three minutes, no cut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5088636" cy="32918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81411"/>
            <a:ext cx="4832604" cy="271229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691640"/>
            <a:ext cx="5088636" cy="32918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72" y="1981411"/>
            <a:ext cx="4832604" cy="271229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05663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the queue, in at the side door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05663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the corridor, no cut, still going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6235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Goodfellas (1990): the Copacabana steadicam shot. The camera follows Henry through the back door, and the unbroken glide is the meaning: doors open for him, and we are swept in as his guest.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MACHINERY OF A MOVE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MOVEMENT IS BUILT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rig, then what the rig buys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6035040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270" y="1819656"/>
            <a:ext cx="4996420" cy="3310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23760" y="1691640"/>
            <a:ext cx="4114800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jaws-dollyz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614536"/>
            <a:ext cx="3858768" cy="17203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33095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beach set: lights, track, crew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7223760" y="5330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dolly zoom it was built for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Jaws (1975): dolly in while zooming out. The world stretches behind a man who cannot move. Your reverse zoom is on the same list.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series of short, self-contained exercises with camera (or even phone) can combine technical elements with story elements.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Foundation Portfolio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TUESDAY, THE WHOLE SESSION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shots, your kit, posted before you leave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pairs, to a six-frame storyboard you did not draw: an establishing shot, a mid shot on a character, a slow tilt up to reveal, a close-up on an object, a low angle on the same character, and a point-of-view shot. No plot, no acting, no takes. The exercise is the camera.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of intention per shot, in the syllabus's own terms. Marked on terminology, the three controls, and the intention line. Not on how good the footage looks.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Posted and dated on your Component 1 blog. Under Cambridge's own portfolio structure this post is not practice for the portfolio. It is the portfolio.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CONTROLS, NON-NEGOTIABLE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 MARKING POINT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actually kills student footage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 focus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99232"/>
            <a:ext cx="32095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Tap to lock, then leave it. Autofocus hunts the moment anything crosses the frame, and a hunting lens reads as amateur in one second.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9704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489704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 for the face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89704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9704" y="2999232"/>
            <a:ext cx="32095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 bright window the automatic setting protects the window and loses the face. Tap the face, lock, and let the window blow out.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6448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156448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to the thirds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156448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2999232"/>
            <a:ext cx="32095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 everything and every shot looks the same. Put the subject on a third and the frame acquires a direction.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532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Carries forward: the Component 3 major video task in Grade 12 is shot on exactly this vocabulary.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04. The screen goes black and the room listens: the element Cambridge says candidates neglect.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2026-08-12T14:04:18Z</dcterms:created>
  <dcterms:modified xsi:type="dcterms:W3CDTF">2026-08-12T14:04:18Z</dcterms:modified>
</cp:coreProperties>
</file>