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semester closes the way Semester 2 will open: with evidence. The full two-hour paper is sat in the exam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close with a feeling, or a promise: close with evidence, so Semester 2 opens on data the student wrote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Monet's winter field, after the effort. Use it to slow the room down before the scripts come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44805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XVI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VI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Term Exam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Return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 · Lesson 16 of 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window from Monday 11 January  ·  return Tuesday 19  ·  goals Wednesday 20 January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640080"/>
            <a:ext cx="48463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XVI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SEMESTER ENDS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with</a:t>
            </a:r>
            <a:endParaRPr lang="en-US" sz="58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evidence.</a:t>
            </a:r>
            <a:endParaRPr lang="en-US" sz="5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 · COMPONENT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MON 11 TO MON 18 JANUARY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hours, the real thing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Component 2 paper, two hours, exam venue, full conditions: Section A on the unseen extract, thirty minutes of viewing and notes plus forty-five writing, then Section B from the contexts menu. The one logistical item that cannot be improvised is the screening: facilities for Section A are booked in advance.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 is an assessment event inside the lesson, not a taught day, per the counting convention.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SELF-ASSESSMENT FIRST, AT FULL DEPTH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mark, then the gap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Self-band from memory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Scripts face-down; band yourself per criterion from memory of what you wrote, then see the mark. The gap is now a familiar number.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Gaps in AO language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6974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your gaps in writing, in AO language, with the script as evidence: not Section B went badly, but AO1 contexts, my case-study facts were pre-2020.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make an end is to make a beginning.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S. Eliot, Little Gidding, 1942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monet-magpie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IS DONE AND SAT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paper is written. What is left is the reading of what it says about the term.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Monet, The Magpie, 1869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PAGE, BUILT TO BE READ IN FEBRUARY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rows, per student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0" y="178308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AO language: which objective is the shortfall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22960" y="253288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3288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532888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 plus the semester data: A1, A3, A4, EoT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8269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3282696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and Semester 2 shaped, not a resolution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22960" y="403250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3250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date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57600" y="4032504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named S2 week, before the first S2 attainment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22960" y="47823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19472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survive being read in February by the person who wrote it in January. Posted as LB7.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has been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shrinking since October.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46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distance between what you thought you wrote and what you scored: A1, A3, A4, EoT. For most of you it narrowed. Say that out loud, with the numbers.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2, PREVIEWED HONESTLY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living artifacts cross the break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First, the September wager re-run: 'I'm not impacted by media', hands up, the count recorded next to week one's. Then C1 goes to Cambridge in the spring; the film-industry case study opens Section B properly; Paper 2 sits in June. Two artifacts make the crossing: the theory-card deck built since Lesson 02, and the case-study document opened at Lesson 12. These two are the memory.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and comments due today. The semester ends with every promise the register made, kept.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I COMPLETE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420624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97480"/>
            <a:ext cx="8595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theory cards and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 study travel home.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Sixteen lessons, one arc: media language to the exam that tests it. Semester II opens with evidence.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2026-08-03T12:17:52Z</dcterms:created>
  <dcterms:modified xsi:type="dcterms:W3CDTF">2026-08-03T12:17:52Z</dcterms:modified>
</cp:coreProperties>
</file>