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teaching week is spent making the exam boring: no surprises left in format, timing, or the mark scheme's economics.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Musicians rehearse until the score disappears and only the playing is left. Same principle: rehearse the format until nothing about it can surprise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Young musicians tuning and rehearsing. They practiced until the performance cost them nothing. That is the week's 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600"/>
              </a:lnSpc>
              <a:buNone/>
            </a:pPr>
            <a:r>
              <a:rPr lang="en-US" sz="6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</a:t>
            </a:r>
            <a:endParaRPr lang="en-US" sz="6800" dirty="0"/>
          </a:p>
          <a:p>
            <a:pPr indent="0" marL="0">
              <a:lnSpc>
                <a:spcPts val="6600"/>
              </a:lnSpc>
              <a:buNone/>
            </a:pPr>
            <a:r>
              <a:rPr lang="en-US" sz="6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</a:t>
            </a:r>
            <a:endParaRPr lang="en-US" sz="6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15 of 16 · the last teaching week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4 to Friday 8 January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</a:t>
            </a:r>
            <a:endParaRPr lang="en-US" sz="3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the exam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boring.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caravaggio-musicians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REHEARSAL, MID-NOTE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rehearse until the score disappears and only the playing is left. The exam is the same.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Caravaggio, The Musicians, 1595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what we repeatedly do. Excellence, then, is not an act, but a habit.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Durant, on Aristotle, 1926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PAPER, 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RUBRIC'S OWN CLOCK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hours, three segments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377440"/>
            <a:ext cx="2635758" cy="1188720"/>
          </a:xfrm>
          <a:prstGeom prst="rect">
            <a:avLst/>
          </a:prstGeom>
          <a:solidFill>
            <a:srgbClr val="A3C1A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0320"/>
            <a:ext cx="26357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min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26357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243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and notes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8718" y="2377440"/>
            <a:ext cx="3953637" cy="118872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10" name="Text 8"/>
          <p:cNvSpPr/>
          <p:nvPr/>
        </p:nvSpPr>
        <p:spPr>
          <a:xfrm>
            <a:off x="3458718" y="2560320"/>
            <a:ext cx="39536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58718" y="3035808"/>
            <a:ext cx="3953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12355" y="2377440"/>
            <a:ext cx="3953637" cy="1188720"/>
          </a:xfrm>
          <a:prstGeom prst="rect">
            <a:avLst/>
          </a:prstGeom>
          <a:solidFill>
            <a:srgbClr val="5C7A6B"/>
          </a:solidFill>
          <a:ln/>
        </p:spPr>
      </p:sp>
      <p:sp>
        <p:nvSpPr>
          <p:cNvPr id="13" name="Text 11"/>
          <p:cNvSpPr/>
          <p:nvPr/>
        </p:nvSpPr>
        <p:spPr>
          <a:xfrm>
            <a:off x="7412355" y="2560320"/>
            <a:ext cx="39536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 min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12355" y="3035808"/>
            <a:ext cx="3953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0233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screenings inside the viewing window, no notes on the first. The frozen Q1 stem is verbatim in every sitting: know it cold by Friday.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49377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206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own minute budget inside each section: paragraphs, plan time, check time. A promise to Wednesday.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AGAINST THE CLOCK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ROUNDS, FIVE MINUTES EACH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Read, plan, pens down at five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rounds of five-minute Section B plans: read the question, plan claim, evidence, counter, response, plus the case-study facts, and stop at five minutes exactly. Round by round the plans get denser and calmer, and that is the drill working. Then swap: could you write this stranger's essay from their plan? If not, what is missing is what the examiner would miss too.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FULL DRESS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SCHEME AS A MARKER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Peer-marked, then moderated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Beat the Examiner, full dress. A full Section B, timed exactly, on your own case studies. Then every student marks a peer's script against the official five-criteria rubric, band words and all; the closest banding to the moderated mark takes the round. Reading the scheme as a marker is the lesson. The teacher moderates three scripts aloud, showing where the peer marks drifted.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AO ECONOMY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25 MARKS ACTUALLY SIT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AO1 fifteen, AO2 ten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6325819" cy="1051560"/>
          </a:xfrm>
          <a:prstGeom prst="rect">
            <a:avLst/>
          </a:prstGeom>
          <a:solidFill>
            <a:srgbClr val="4A6B5D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86000"/>
            <a:ext cx="57771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AO1 · 15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148779" y="2286000"/>
            <a:ext cx="4217213" cy="1051560"/>
          </a:xfrm>
          <a:prstGeom prst="rect">
            <a:avLst/>
          </a:prstGeom>
          <a:solidFill>
            <a:srgbClr val="8C3A38"/>
          </a:solidFill>
          <a:ln/>
        </p:spPr>
      </p:sp>
      <p:sp>
        <p:nvSpPr>
          <p:cNvPr id="9" name="Text 7"/>
          <p:cNvSpPr/>
          <p:nvPr/>
        </p:nvSpPr>
        <p:spPr>
          <a:xfrm>
            <a:off x="7423099" y="2286000"/>
            <a:ext cx="36685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AO2 · 10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6325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 ·  Contexts  ·  Terminology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48779" y="3474720"/>
            <a:ext cx="421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8C3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 ·  Examples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criteria, best-fit per criterion. Map it against your CS9 result: which criteria the room feeds naturally, which it starves.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loss points.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counter-moves.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leaves with two named places marks leak, and the fix for each, on one card: I list techniques without effects, so every technique gets a 'so that' clause.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WEDNESDAY, FULL DRESS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Timed Section B, peer-marked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45-minute Section B on your own case studies, peer-marked as Beat the Examiner, full dress: the official rubric, then live moderation. The last teaching day ends on the success check, stated from memory: the full paper structure and the per-section minute budget. Then logistics, once, calmly: bring nothing but pens.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 of Term Exam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Return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16. The semester closes the way Semester 2 will open: with evidence.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2026-08-03T12:17:48Z</dcterms:created>
  <dcterms:modified xsi:type="dcterms:W3CDTF">2026-08-03T12:17:48Z</dcterms:modified>
</cp:coreProperties>
</file>