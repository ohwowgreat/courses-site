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elements taught one at a time and shot one at a time. Tuesday is where they stop being four lessons and start being one instrument.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extract, the protocol order, everything at the same time. That paragraph is A1 with the stakes off, two weeks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minutes, teacher aloud, in protocol order, including one scripted moment of honest not-knowing: I do not know what that is called, so here is what it does. The class saw this shot in Lesson 03 as movement; today it is everything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Modelled once on screen, then the room runs it: first extract read aloud in order, second extract twice with a cut count. Both extracts are PROPOSED content; note the chosen texts and timecodes here before teaching.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minutes, exam register, collected. At least three of the four elements must appear. Marked in the five-criteria language; the margin notes transfer straight to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Rubens sketch sets the standard for the lock: a plan complete enough to hand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sentence explicitly: locked means locked. The WS 6.4 production diary is issued at the lock and harvested at L13; the equipment sign-out slips open Wednesday. Peer review runs describe, question, suggest with the group's own L05 design board open beside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frames are the ones the technical decks taught with: the room has already read every one of them. Reviewers keep the group's own design board open beside the plan; costume and properties must match it, or one of the two is wrong. Foley photograph: Vancouver Film School, CC BY 2.0.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HW1 guardrails: not a taught text, A1 format exactly, three to four hours across the break including the shoot window. A1's announcement today keeps the notice window honest across the holiday.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failure modes are the plan's own list. Annotated, not graded. The production photograph shows what a controlled shot costs: track on sand, lights at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822960"/>
            <a:ext cx="41148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and</a:t>
            </a:r>
            <a:endParaRPr lang="en-US" sz="4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Planning Lock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07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Tuesday 29, Wednesday 30 September, then Friday 9 October after the break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0" y="640080"/>
            <a:ext cx="44805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four at once,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pass.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MODELLED READ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FRAME THE ROOM ALREADY KNOWS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at once, in order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6035040" cy="41605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oodfellas-copa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104446"/>
            <a:ext cx="5779008" cy="32434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8521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Goodfellas (1990), dir. Martin Scorsese. The Copacabana take, mid-corridor.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903720" y="1645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Framing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641080" y="16459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service corridor, walls tight; the club floor is kept out of frame.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903720" y="235915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Camera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641080" y="235915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Steadicam, eye level, gliding forward without a cut.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903720" y="307238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Light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641080" y="30723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Bare practicals, warm and uneven: a working space, not a showroom.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903720" y="378561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Mise-en-scène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641080" y="378561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Crates, steel counters, kitchen whites: the unglamorous route in.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903720" y="4498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Sound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641080" y="44988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still cannot show it: the song rides over, the kitchen clatters under.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903720" y="52120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Edit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641080" y="5212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refusal to cut is the meaning. Duration is the privilege.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VIEWING PROTOCOL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ORDER, EVERY EXTRACT, FOR TWO YEARS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passes, always in this order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480560" y="17830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frame, and what has been kept out of it.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24414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480560" y="24414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Shot, angle, movement, composition. Lesson 03.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0998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30998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480560" y="309981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Direction, quality, contrast, and what it makes important. Lesson 05.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58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4592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Mise-en-scène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480560" y="375818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Location, costume, properties, colour. Lesson 05.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2960" y="4416552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416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45920" y="44165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4480560" y="441655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Diegetic and non-diegetic, perspective, the bridge. Lesson 04.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822960" y="5074920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645920" y="50749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480560" y="50749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cut rate, the system, what the order does. Lesson 06.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943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exists because the commonest failure is not ignorance. It is a whole code family left unvisited.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 here is to break down an extract from a TV drama into its component parts and then reassemble them in order to reach some insights into how it produces particular meanings.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Work, Component 2 Section A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TUESDAY, FIFTEEN MINUTES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430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paragraph, at least three elements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828800" y="2514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named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303520" y="25146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syllabus's own term, not a description of 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828800" y="3429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created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303520" y="34290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choice does to the viewer, stated as an effect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4343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828800" y="4343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303520" y="43434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therefore says about the person, place or event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in exam register, collected, and marked in the official Paper 2 language so the feedback transfers straight to A1 in two weeks.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ubens-sketch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Rubens, Multiple Sketch for the Banqueting House Ceiling, c. 1629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Painted from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sketch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24612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Rubens' assistants painted a whole ceiling from a sketch this size, because the plan answered every question before the brush touched the wall. Your C1 plan is locked when it could be shot the same way: by someone who was not in the room.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LOCK · TEN ITEMS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DESCRIBE, QUESTION, SUGGEST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shootability checklist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Numbered shots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487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Confirmed locations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71600" y="31455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 attached to dates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3694176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039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380390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Equipment per session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22960" y="4352544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62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446227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contingency day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822960" y="5010912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03520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Assigned roles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754880" y="237744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303520" y="2487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Costume and props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754880" y="3035808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303520" y="31455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Storyboard matches shot list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4754880" y="3694176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38039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303520" y="380390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fits the break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4754880" y="4352544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4462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46227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outside dependencies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4754880" y="5010912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1417320"/>
            <a:ext cx="2926080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37" name="Image 0" descr="/Users/dogan/Documents/Vaults/Courses/wiki/classes/media-studies/decks/_build/img/ws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7627" y="1545336"/>
            <a:ext cx="2630106" cy="372160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8366760" y="5440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6.8, the storyboard sheet the plan is drawn on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22960" y="53492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as launch clearance: ten green lights or the plan does not fly. Locked means locked: later changes are documented decisions in the WS 6.4 production diary, issued today, not silent swaps. Equipment sign-out slips open today.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ARRIVES AT THE LOCK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BUILDS, ALREADY DATED ON THE BLOG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goodfellas-copa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8058" y="1179576"/>
            <a:ext cx="3258441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CS3 · Camera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3200400" y="317296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shot vocabulary, proven on six frames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05156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foley-roo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455" y="1179576"/>
            <a:ext cx="1218438" cy="1828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77356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· Sound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8654796" y="317296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soundscape for this opening, already built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70332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4" name="Image 2" descr="/Users/dogan/Documents/Vaults/Courses/wiki/classes/media-studies/decks/_build/img/gbh-concierg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061" y="3831336"/>
            <a:ext cx="4238435" cy="1828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960" y="58247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CS5 · Design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3200400" y="582472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board the reviewer holds beside your plan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77356" y="370332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8" name="Image 3" descr="/Users/dogan/Documents/Vaults/Courses/wiki/classes/media-studies/decks/_build/img/adolescence-bt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678" y="3831336"/>
            <a:ext cx="3243991" cy="18288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77356" y="58247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CS6 · Edit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8654796" y="582472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tested, and a kit that works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LESSON CARRIES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PARAGRAPH, ONE BREAK TASK, TWO DATES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go on the record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 29 SEP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four-element analytical paragraph on an unseen extract. Direct practice for A1, marked in the same language.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64261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HW1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209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WED 30 SEP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2752344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A1-format analysis of a self-chosen sequence over the break, plus the production shoot window.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13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 announced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4270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WED 14 OCT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3813048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attainment, announced today because its notice window falls inside the holiday.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76402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LB1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5330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 9 OCT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66160" y="487375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punctuality across the four technical builds, HW1 returned on time, glossary current.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2960" y="582472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9 OCTOBER · 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NINETY SECONDS OF RAW FOOTAGE EACH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one that failed, and why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138160" y="1051560"/>
            <a:ext cx="3227832" cy="2788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jaws-b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76" y="1461611"/>
            <a:ext cx="2971800" cy="19688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0" y="387705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(1975): the machinery a shot costs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2960" y="17830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technical vocabulary is review now, not first teaching. Every group screens ninety seconds and says, in the syllabus's words, which shot they got right and which one failed.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Exposure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lost on a bright background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613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2613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613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recorded in a room nobody controlled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2613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997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cut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6997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997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will not match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997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22960" y="5257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only session where a group finds out its audio is unusable while there is still a fortnight to reshoot. HW1 is debriefed the same day, annotated and not graded: the margin notes are A1 feedback five days early.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Viewing Protocol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08. The lexicon tested, the paragraph built, then sixty minutes on an extract nobody has seen.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2026-08-24T05:58:59Z</dcterms:created>
  <dcterms:modified xsi:type="dcterms:W3CDTF">2026-08-24T05:58:59Z</dcterms:modified>
</cp:coreProperties>
</file>