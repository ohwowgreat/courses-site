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macro element, and the audit that makes A2 survivable. Wednesday's double is the hinge of the whole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top-band answer discusses where a model strains. The model fits perfectly is neither true nor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D1: one TV cold open screened twice. First pass, list every question the text plants; second, every promise it makes.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audit is A2's marking preview. It sits with working days to spare so there is still time to act on what it finds.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822960"/>
            <a:ext cx="33832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Narrative, Barthes</a:t>
            </a:r>
            <a:endParaRPr lang="en-US" sz="4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Blog Audit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and Textual Analysis · Lesson 10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Tuesday 20 to Friday 23 October  ·  A2 falls the following Monday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640080"/>
            <a:ext cx="374904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38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MODELS ARE TAUGHT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their failure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conditions attached.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TODOROV · THE NARRATIVE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DISTURBANCE IN YOUR OPENING?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stages, one movement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877263" y="3657600"/>
            <a:ext cx="8434426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02943" y="33832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Equilibrium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0690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stable world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711550" y="33832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023006" y="260604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Disruption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023006" y="40690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force breaks it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820156" y="33832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131613" y="260604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Recognition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31613" y="40690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 is seen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28762" y="33832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240219" y="260604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Repair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240219" y="40690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attempt to fix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37369" y="33832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348826" y="260604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equilibrium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348826" y="40690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changed calm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51206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caveat that earns marks: the model fails on non-linear narratives, and saying so is the top-band move.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minimal complete plot can be seen as the shift from one equilibrium to another.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Tzvetan Todorov, The Poetics of Prose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PROPP · CHARACTERS BY FUNCTION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DO, NOT WHO THEY ARE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roles a story fills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10543032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840480" y="17373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seeks, and is tested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228600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86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Villain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0" y="22860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struggles against the hero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283464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0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gives the hero a tool or gift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38328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383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40480" y="33832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aids the hero on the way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39319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Princess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840480" y="3931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sought-for person or prize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22960" y="448056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Dispatcher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840480" y="44805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sends the hero out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22960" y="502920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029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hero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840480" y="50292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claims the reward unearned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7150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caveat: folk tales, 1928; apply with judgment. Dealt as Sort Wars cards: rebuild a scrambled tale, then ask your own opening: who is your donor, and do you even have one?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friedrich-wanderer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Caspar David Friedrich, Wanderer Above the Sea of Fog, 1818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ENIGMA CODE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leaned in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figure on a rock, his back turned. Who is he? What does he see? The picture plants a question and refuses to answer it, and you leaned in to find out. That lean is Barthes's enigma code working, and every opening is engineered to owe you answers.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BARTHES · TWO OF THE FIVE CODES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AND THE PROMISE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 text owes you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Enigma code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 a text plants and refuses to answer yet. It creates the debt that keeps you watching: who did it, what is behind the door, will they survive?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 code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promise that something will happen, and soon. A loaded gun, a lit fuse, a packed suitcase: the text owes you a consequence.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birth of the reader must be at the cost of the death of the Author.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Roland Barthes, The Death of the Author, 1967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johnston-geography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· THE BLOG AUDIT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blog read by a peer against the same checklist A2 is marked with, three days before it is due.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Frances Benjamin Johnston, a Geography class, Hampton, c. 1899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· THE AUDIT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CHECKLIST A2 IS MARKED WITH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 by post, findings as actions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7" name="Text 5"/>
          <p:cNvSpPr/>
          <p:nvPr/>
        </p:nvSpPr>
        <p:spPr>
          <a:xfrm>
            <a:off x="987552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and group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50158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7"/>
          <p:cNvSpPr/>
          <p:nvPr/>
        </p:nvSpPr>
        <p:spPr>
          <a:xfrm>
            <a:off x="3714750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7356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1" name="Text 9"/>
          <p:cNvSpPr/>
          <p:nvPr/>
        </p:nvSpPr>
        <p:spPr>
          <a:xfrm>
            <a:off x="6441948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profile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04554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3" name="Text 11"/>
          <p:cNvSpPr/>
          <p:nvPr/>
        </p:nvSpPr>
        <p:spPr>
          <a:xfrm>
            <a:off x="9169146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Pitch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Planning suite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550158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7" name="Text 15"/>
          <p:cNvSpPr/>
          <p:nvPr/>
        </p:nvSpPr>
        <p:spPr>
          <a:xfrm>
            <a:off x="3714750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CS3 camera build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77356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9" name="Text 17"/>
          <p:cNvSpPr/>
          <p:nvPr/>
        </p:nvSpPr>
        <p:spPr>
          <a:xfrm>
            <a:off x="6441948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CS4 soundscape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004554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1" name="Text 19"/>
          <p:cNvSpPr/>
          <p:nvPr/>
        </p:nvSpPr>
        <p:spPr>
          <a:xfrm>
            <a:off x="9169146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CS5 design board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CS6 edit, both versions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550158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5" name="Text 23"/>
          <p:cNvSpPr/>
          <p:nvPr/>
        </p:nvSpPr>
        <p:spPr>
          <a:xfrm>
            <a:off x="3714750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 contract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77356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7" name="Text 25"/>
          <p:cNvSpPr/>
          <p:nvPr/>
        </p:nvSpPr>
        <p:spPr>
          <a:xfrm>
            <a:off x="6441948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log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004554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9" name="Text 27"/>
          <p:cNvSpPr/>
          <p:nvPr/>
        </p:nvSpPr>
        <p:spPr>
          <a:xfrm>
            <a:off x="9169146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evidence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2960" y="40690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post dated on the day it happened, contributions labelled, no gaps. The four technical builds are named on this checklist for the first time: they are Component 1 evidence under Cambridge's own portfolio structure, and a blog missing them is missing marks it already earned in class.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22960" y="53035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486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written as actions, not comments. Post 3 has no audience data, add the survey screenshot beats more detail. Three teaching days to Monday.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AUDIT THAT MAKES A2 SAFE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teaching days to Monday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CS5 is a peer blog audit against the mid-point checklist, the same instrument A2 is marked with. It is placed with working days to spare on purpose, so the deadline surprises nobody. A2 is submitted work, not a sitting: it is due the Monday after this lesson ends.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51460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Representation,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11. A2 goes in on Monday, and representation turns on the product you are making.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2026-08-09T08:11:42Z</dcterms:created>
  <dcterms:modified xsi:type="dcterms:W3CDTF">2026-08-09T08:11:42Z</dcterms:modified>
</cp:coreProperties>
</file>