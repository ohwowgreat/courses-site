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semester closes the way Semester 2 will open: with evidence. The full two-hour paper is sat in the exam window.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close with a feeling, or a promise: close with evidence, so Semester 2 opens on data the student wrote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Monet's winter field, after the effort. Use it to slow the room down before the scripts come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822960"/>
            <a:ext cx="46634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XIX</a:t>
            </a:r>
            <a:endParaRPr lang="en-US" sz="195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VI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6766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 of Term Exam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Return</a:t>
            </a:r>
            <a:endParaRPr lang="en-US" sz="50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Revision · Lesson 19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window from Monday 11 January  ·  return Tuesday 19  ·  goals Wednesday 20 January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0" y="640080"/>
            <a:ext cx="502920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XIX</a:t>
            </a:r>
            <a:endParaRPr lang="en-US" sz="215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SEMESTER ENDS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583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800"/>
              </a:lnSpc>
              <a:buNone/>
            </a:pPr>
            <a:r>
              <a:rPr lang="en-US" sz="5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 with</a:t>
            </a:r>
            <a:endParaRPr lang="en-US" sz="58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evidence.</a:t>
            </a:r>
            <a:endParaRPr lang="en-US" sz="5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 · COMPONENT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 MON 11 TO MON 18 JANUARY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hours, the real thing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Component 2 paper, two hours, exam venue, full conditions: Section A on the unseen extract, thirty minutes of viewing and notes plus forty-five writing, then Section B from the contexts menu. The one logistical item that cannot be improvised is the screening: facilities for Section A are booked in advance.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 is an assessment event inside the lesson, not a taught day, per the counting convention.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RETURN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SELF-ASSESSMENT FIRST, AT FULL DEPTH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mark, then the gap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Self-band from memory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974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Scripts face-down; band yourself per criterion from memory of what you wrote, then see the mark. The gap is now a familiar number.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3093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Gaps in AO language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6974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 your gaps in writing, in AO language, with the script as evidence: not Section B went badly, but AO1 contexts, my case-study facts were pre-2020.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make an end is to make a beginning.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 S. Eliot, Little Gidding, 1942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monet-magpie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IS DONE AND SAT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paper is written. What is left is the reading of what it says about the term.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Monet, The Magpie, 1869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TARGET SHEET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PAGE, BUILT TO BE READ IN FEBRUARY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rows, per student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10543032" cy="0"/>
          </a:xfrm>
          <a:prstGeom prst="line">
            <a:avLst/>
          </a:prstGeom>
          <a:noFill/>
          <a:ln w="12700">
            <a:solidFill>
              <a:srgbClr val="2431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78308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Gap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0" y="1783080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AO language: which objective is the shortfall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822960" y="2532888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532888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657600" y="2532888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script plus the semester data: A1, A3, A4, EoT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22960" y="3282696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282696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57600" y="3282696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specific and Semester 2 shaped, not a resolution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822960" y="403250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032504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date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657600" y="4032504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named S2 week, before the first S2 attainment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822960" y="47823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91947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survive being read in February by the person who wrote it in January. Posted as LB7.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 has been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shrinking since October.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22960" y="4663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846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distance between what you thought you wrote and what you scored: A1, A3, A4, EoT. For most of you it narrowed. Say that out loud, with the numbers.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SEMESTER 2, PREVIEWED HONESTLY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18872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living artifacts cross the break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9875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First, the September wager re-run: 'I'm not impacted by media', hands up, the count recorded next to week one's. Then C1 goes to Cambridge in the spring; the film-industry case study opens Section B properly; Paper 2 sits in June. Two artifacts make the crossing: the theory-card deck built since Lesson 02, and the case-study document opened at Lesson 15. These two are the memory.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4892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and comments due today. The semester ends with every promise the register made, kept.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09760" y="914400"/>
            <a:ext cx="22860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822960" y="2148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SEMESTER I COMPLETE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420624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697480"/>
            <a:ext cx="8595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theory cards and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case study travel home.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89204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Sixteen lessons, one arc: media language to the exam that tests it. Semester II opens with evidence.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2026-08-09T07:47:23Z</dcterms:created>
  <dcterms:modified xsi:type="dcterms:W3CDTF">2026-08-09T07:47:23Z</dcterms:modified>
</cp:coreProperties>
</file>