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semester closes the way Semester 2 will open: with evidence. The full two-hour paper is sat in the exam window. Teacher-only: the paper is June 2024/22 (Servant, Ep 1, 'Reborn', 00:00 to 05:02, MS 23 in holdings); source the clip in advance, book the screening facilities, and never name the paper before the sitting.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close with a feeling, or a promise: close with evidence, so Semester 2 opens on data the student wrote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cover shown is June 2024/21, the paper the room already worked with; the sitting's own cover is identical in format. The paper is never named before the exam.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Monet's winter field, after the effort. Shown at the top of the return session to slow the room down before the scripts come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WS 7.4's peer-editing checklist structures the peer step of the return. The nine-day marking window ran on WS 4.6's comment bank; showing the instrument makes the breakdown legible.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HARD RULE: this slide is shown on the return day only, after the exam office confirms no make-up sitting is outstanding. If any student has not sat, skip the slide entirely; it names and shows the sealed text. MS 23 pages 6 to 9 carry the full worked reading if the room wants more than the Meaning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exemplar is written for a fictional student on the plan's own model sentence; it shows the grain of a usable sheet. Review dates land in a named S2 week, before the first S2 attainment.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thread runs through the three sittings marked on the Section A criteria: A1, A4, EoT. A3 is the portfolio on a different rubric and sits outside this thread; its self-band lives in the L14 return.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Wager procedure: same wording as September, hands up, count recorded beside the week-one number. The coursebook's U6 to U8 numbering is its own, not a calendar; do not read it as one aloud.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6560" y="822960"/>
            <a:ext cx="466344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XIX</a:t>
            </a:r>
            <a:endParaRPr lang="en-US" sz="195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VI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6766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 of Term Exam</a:t>
            </a:r>
            <a:endParaRPr lang="en-US" sz="5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Return</a:t>
            </a:r>
            <a:endParaRPr lang="en-US" sz="50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Revision · Lesson 19 of 19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window from Monday 11 January  ·  return Tuesday 19  ·  goals Wednesday 20 January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0" y="640080"/>
            <a:ext cx="502920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XIX</a:t>
            </a:r>
            <a:endParaRPr lang="en-US" sz="215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SEMESTER ENDS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84048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88920"/>
            <a:ext cx="6583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800"/>
              </a:lnSpc>
              <a:buNone/>
            </a:pPr>
            <a:r>
              <a:rPr lang="en-US" sz="5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Close with</a:t>
            </a:r>
            <a:endParaRPr lang="en-US" sz="58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evidence.</a:t>
            </a:r>
            <a:endParaRPr lang="en-US" sz="5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EXAM · COMPONENT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 MON 11 TO MON 18 JANUARY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5156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hours, the real thing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822960" y="210312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331720"/>
            <a:ext cx="6492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7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full Component 2 paper, two hours, exam venue, full conditions: Section A on the unseen extract, thirty minutes of viewing and notes plus forty-five writing, then Section B from the contexts menu. The one logistical item that cannot be improvised is the screening: facilities for Section A are booked in advance.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822960" y="502920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exam is an assessment event inside the lesson, not a taught day, per the counting convention.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498080" y="1097280"/>
            <a:ext cx="3886200" cy="46634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0" name="Image 0" descr="/Users/dogan/Documents/Vaults/Courses/wiki/classes/media-studies/decks/_build/img/qp21-c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853" y="1225296"/>
            <a:ext cx="3116654" cy="440740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498080" y="580644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paper looks like (the June 2024 cover; yours differs only in date)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monet-magpie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 IS DONE AND SAT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5230368"/>
            <a:ext cx="8778240" cy="1243584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676656" y="5468112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541264"/>
            <a:ext cx="8339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paper is written. What is left is the reading of what it says about the term.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76656" y="6181344"/>
            <a:ext cx="8339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Monet, The Magpie, 1869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RETURN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SELF-ASSESSMENT FIRST, AT FULL DEPTH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601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mark, then the gap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178308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Self-band from memory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2286000"/>
            <a:ext cx="65836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404872"/>
            <a:ext cx="6675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Scripts face-down; band yourself per criterion from memory of what you wrote, then see the mark. The gap is now a familiar number.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388620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Gaps in AO language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22960" y="4389120"/>
            <a:ext cx="65836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507992"/>
            <a:ext cx="6675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Name your gaps in writing, in AO language, with the script as evidence: not Section B went badly, but AO1 contexts, my case-study facts were pre-2020.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452360" y="1234440"/>
            <a:ext cx="3931920" cy="39776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3" name="Image 0" descr="/Users/dogan/Documents/Vaults/Courses/wiki/classes/media-studies/decks/_build/img/ws4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0376" y="1924362"/>
            <a:ext cx="3675888" cy="2597795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452360" y="52578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 4.6: the instrument behind every per-criterion breakdown handed back today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5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make an end is to make a beginning.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 S. Eliot, Little Gidding, 1942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EXAMINERS SAW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DAY ONLY · AFTER EVERY SCRIPT IS IN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143000"/>
            <a:ext cx="6035040" cy="393192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Users/dogan/Documents/Vaults/Courses/wiki/classes/media-studies/decks/_build/img/servant-sti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483614"/>
            <a:ext cx="5779008" cy="32506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512064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TV+, Servant, S1 E1 'Reborn' (2019), dir. M. Night Shyamalan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223760" y="1097280"/>
            <a:ext cx="4114800" cy="438912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9" name="Image 1" descr="/Users/dogan/Documents/Vaults/Courses/wiki/classes/media-studies/decks/_build/img/ms23-p9-mean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76" y="1927496"/>
            <a:ext cx="3858768" cy="27286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223760" y="55321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 scheme's own Meaning paragraph for the extract you sat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822960" y="58064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22960" y="5943600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extract was Servant's opening five minutes. Read the examiners' reading beside your own memory of what you wrote: the gap between the two is Semester 2's syllabus in miniature.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TARGET SHEET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PAGE, BUILT TO BE READ IN FEBRUARY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rows, per student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645920"/>
            <a:ext cx="6309360" cy="0"/>
          </a:xfrm>
          <a:prstGeom prst="line">
            <a:avLst/>
          </a:prstGeom>
          <a:noFill/>
          <a:ln w="12700">
            <a:solidFill>
              <a:srgbClr val="2431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645920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Gap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108960" y="1645920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AO language: which objective is the shortfall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22960" y="2359152"/>
            <a:ext cx="630936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59152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108960" y="2359152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script plus the semester data: A1, A4, EoT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22960" y="3072384"/>
            <a:ext cx="630936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72384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108960" y="3072384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specific and Semester 2 shaped, not a resolution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2960" y="3785616"/>
            <a:ext cx="630936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785616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date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108960" y="3785616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named S2 week, before the first S2 attainment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22960" y="4498848"/>
            <a:ext cx="630936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636008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survive being read in February by the person who wrote it in January. Posted as LB7.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360920" y="1417320"/>
            <a:ext cx="4023360" cy="4114800"/>
          </a:xfrm>
          <a:prstGeom prst="rect">
            <a:avLst/>
          </a:prstGeom>
          <a:solidFill>
            <a:srgbClr val="E8EFE7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89520" y="16002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EXEMPLAR (FICTIONAL)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589520" y="196596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778240" y="196596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AO1 contexts: my case-study facts were pre-2020.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589520" y="2862072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778240" y="2862072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EoT Section B, criterion 2 at band 3; A4 the same.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589520" y="3758184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778240" y="3758184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Rebuild the document's dated-facts row from this year's coverage, two entries a week.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589520" y="4654296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date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778240" y="4654296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W3 of Semester 2, before the first S2 attainment.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SAID WITH THE NUMBERS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2103120"/>
            <a:ext cx="10424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gap has been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shrinking since October.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822960" y="46634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8463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spc="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distance between what you thought you wrote and what you scored: A1, A4, EoT, the same five criteria each time. For most of you it narrowed. Say that out loud, with the numbers.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CLOSE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SEMESTER 2, PREVIEWED HONESTLY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18872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living artifacts cross the break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22860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9875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First, the September wager re-run: 'I'm not impacted by media', hands up, the count recorded next to week one's. Then C1 goes to Cambridge in the spring; the film-industry case study opens Section B properly; Paper 2 sits in June. Two artifacts make the crossing: the theory-card deck built since Lesson 02, and the case-study document opened at Lesson 15. These two are the memory.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48920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 and comments due today. The semester ends with every promise the register made, kept.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09760" y="914400"/>
            <a:ext cx="22860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30000" dirty="0"/>
          </a:p>
        </p:txBody>
      </p:sp>
      <p:sp>
        <p:nvSpPr>
          <p:cNvPr id="3" name="Text 1"/>
          <p:cNvSpPr/>
          <p:nvPr/>
        </p:nvSpPr>
        <p:spPr>
          <a:xfrm>
            <a:off x="822960" y="2148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SEMESTER I COMPLETE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514600"/>
            <a:ext cx="420624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697480"/>
            <a:ext cx="8595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theory cards and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case study travel home.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489204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Nineteen lessons, one arc: media language to the exam that tests it. Semester II opens with evidence.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2026-08-24T08:50:04Z</dcterms:created>
  <dcterms:modified xsi:type="dcterms:W3CDTF">2026-08-24T08:50:04Z</dcterms:modified>
</cp:coreProperties>
</file>