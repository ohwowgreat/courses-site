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semester closes the way Semester 2 will open: with evidence. The full two-hour paper is sat in the exam window. Teacher-only: the paper is June 2024/22 (Servant, Ep 1, 'Reborn', 00:00 to 05:02, MS 23 in holdings); source the clip in advance, book the screening facilities, and never name the paper before the sitting.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close with a feeling, or a promise: close with evidence, so Semester 2 opens on data the student wrote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cover shown is June 2024/21, the paper the room already worked with; the sitting's own cover is identical in format. The paper is never named before the exam.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Monet's winter field, after the effort. Shown at the top of the return session to slow the room down before the scripts come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WS 7.4's peer-editing checklist structures the peer step of the return. The nine-day marking window ran on WS 4.6's comment bank; showing the instrument makes the breakdown legible.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 RULE: this slide is shown on the return day only, after the exam office confirms no make-up sitting is outstanding. If any student has not sat, skip the slide entirely; it names and shows the sealed text. MS 23 pages 6 to 9 carry the full worked reading if the room wants more than the Meaning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exemplar is written for a fictional student on the plan's own model sentence; it shows the grain of a usable sheet. Review dates land in a named S2 week, before the first S2 attainment.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thread runs through the three sittings marked on the Section A criteria: A1, A4, EoT. A3 is the portfolio on a different rubric and sits outside this thread; its self-band lives in the L14 return.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Wager procedure: same wording as September, hands up, count recorded beside the week-one number. The coursebook's U6 to U8 numbering is its own, not a calendar; do not read it as one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822960"/>
            <a:ext cx="4663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XIX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UNIT VI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of Term Exam</a:t>
            </a:r>
            <a:endParaRPr lang="en-US" sz="5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Return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Revision · Lesson 19 of 19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window from Monday 11 January  ·  return Tuesday 19  ·  goals Wednesday 20 January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640080"/>
            <a:ext cx="502920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XIX</a:t>
            </a:r>
            <a:endParaRPr lang="en-US" sz="215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SEMESTER ENDS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5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with</a:t>
            </a:r>
            <a:endParaRPr lang="en-US" sz="58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evidence.</a:t>
            </a:r>
            <a:endParaRPr lang="en-US" sz="5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 · COMPONENT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MON 11 TO MON 18 JANUARY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515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hours, the real thing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6492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  </a:t>
            </a:r>
            <a:pPr indent="0" marL="0">
              <a:lnSpc>
                <a:spcPts val="2500"/>
              </a:lnSpc>
              <a:buNone/>
            </a:pPr>
            <a:r>
              <a:rPr lang="en-US" sz="17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Component 2 paper: two hours, exam venue, full conditions.</a:t>
            </a:r>
            <a:endParaRPr lang="en-US" sz="15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5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A   </a:t>
            </a:r>
            <a:pPr indent="0" marL="0">
              <a:lnSpc>
                <a:spcPts val="2500"/>
              </a:lnSpc>
              <a:buNone/>
            </a:pPr>
            <a:r>
              <a:rPr lang="en-US" sz="17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unseen extract. Thirty minutes of viewing and notes, then forty-five of writing.</a:t>
            </a:r>
            <a:endParaRPr lang="en-US" sz="15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5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B   </a:t>
            </a:r>
            <a:pPr indent="0" marL="0">
              <a:lnSpc>
                <a:spcPts val="2500"/>
              </a:lnSpc>
              <a:buNone/>
            </a:pPr>
            <a:r>
              <a:rPr lang="en-US" sz="17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essay from the contexts menu, forty-five minutes.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Section A screening is booked in advance. You bring pens; the format holds no surprises.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98080" y="1097280"/>
            <a:ext cx="3886200" cy="466344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0" name="Image 0" descr="/Users/dogan/Documents/Vaults/Courses/wiki/classes/media-studies/decks/_build/img/qp21-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853" y="1225296"/>
            <a:ext cx="3116654" cy="44074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0" y="58064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paper looks like (the June 2024 cover; yours differs only in date)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gan/Documents/Vaults/Courses/wiki/classes/media-studies/decks/_build/img/crops/monet-magpie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 IS DONE AND SAT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5230368"/>
            <a:ext cx="8778240" cy="1243584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676656" y="5468112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" y="5541264"/>
            <a:ext cx="8339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paper is written. What is left is the reading of what it says about the term.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6656" y="6181344"/>
            <a:ext cx="8339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Monet, The Magpie, 1869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RETURN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SELF-ASSESSMENT FIRST, AT FULL DEPTH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601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mark, then the gap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Self-band from memory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65836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04872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Scripts face-down; band yourself per criterion from memory of what you wrote, then see the mark. The gap is now a familiar number.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Gaps in AO language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4389120"/>
            <a:ext cx="65836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507992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your gaps in writing, in AO language, with the script as evidence: not Section B went badly, but AO1 contexts, my case-study facts were pre-2020.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52360" y="1234440"/>
            <a:ext cx="3931920" cy="397764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3" name="Image 0" descr="/Users/dogan/Documents/Vaults/Courses/wiki/classes/media-studies/decks/_build/img/ws4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0376" y="1924362"/>
            <a:ext cx="3675888" cy="259779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52360" y="5257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 4.6: the instrument behind every per-criterion breakdown handed back today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make an end is to make a beginning.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 S. Eliot, Little Gidding, 1942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EXAMINERS SAW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DAY ONLY · AFTER EVERY SCRIPT IS 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143000"/>
            <a:ext cx="6035040" cy="393192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6" name="Image 0" descr="/Users/dogan/Documents/Vaults/Courses/wiki/classes/media-studies/decks/_build/img/servant-sti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483614"/>
            <a:ext cx="5779008" cy="32506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1206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TV+, Servant, S1 E1 'Reborn' (2019), dir. M. Night Shyamalan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223760" y="1097280"/>
            <a:ext cx="4114800" cy="438912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9" name="Image 1" descr="/Users/dogan/Documents/Vaults/Courses/wiki/classes/media-studies/decks/_build/img/ms23-p9-meanin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6" y="1927496"/>
            <a:ext cx="3858768" cy="27286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23760" y="5532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 scheme's own Meaning paragraph for the extract you sat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822960" y="58064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2960" y="59436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   </a:t>
            </a:r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extract was Servant's opening five minutes. Compare the examiners' reading with what you wrote. That gap is your Semester 2 plan, in miniature.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TARGET SHEET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PAGE, BUILT TO BE READ IN FEBRUARY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rows, per student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6309360" cy="0"/>
          </a:xfrm>
          <a:prstGeom prst="line">
            <a:avLst/>
          </a:prstGeom>
          <a:noFill/>
          <a:ln w="12700">
            <a:solidFill>
              <a:srgbClr val="2431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4592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108960" y="164592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AO language: which objective is the shortfall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2359152"/>
            <a:ext cx="630936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59152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08960" y="2359152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script plus the semester data: A1, A4, EoT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072384"/>
            <a:ext cx="630936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7238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08960" y="3072384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 and Semester 2 shaped, not a resolution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3785616"/>
            <a:ext cx="630936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785616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date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108960" y="3785616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named S2 week, before the first S2 attainment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2960" y="4498848"/>
            <a:ext cx="630936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63600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survive being read in February by the person who wrote it in January. Posted as LB7.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60920" y="1417320"/>
            <a:ext cx="4023360" cy="4114800"/>
          </a:xfrm>
          <a:prstGeom prst="rect">
            <a:avLst/>
          </a:prstGeom>
          <a:solidFill>
            <a:srgbClr val="E8EFE7"/>
          </a:solidFill>
          <a:ln w="12700">
            <a:solidFill>
              <a:srgbClr val="8AA39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EXEMPLAR (FICTIONAL)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589520" y="19659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778240" y="19659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AO1 contexts: my case-study facts were pre-2020.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89520" y="286207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778240" y="286207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EoT Section B, criterion 2 at band 3; A4 the same.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89520" y="3758184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778240" y="3758184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Rebuild the document's dated-facts row from this year's coverage, two entries a week.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89520" y="4654296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date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778240" y="4654296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W3 of Semester 2, before the first S2 attainment.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SAID WITH THE NUMBERS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has been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shrinking since October.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22960" y="46634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846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distance between what you thought you wrote and what you scored: A1, A4, EoT, the same five criteria each time. For most of you it narrowed. Say that out loud, with the numbers.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 2, PREVIEWED HONESTLY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8872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living artifacts cross the break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987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RE-VOTE   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September's question again: “I'm not impacted by media.” Hands up. The count goes next to week one's count.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  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 goes to Cambridge. The film-industry case study opens. Paper 2 sits in June.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THESE   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theory-card deck (since Lesson 02) and the case-study document (since Lesson 15). These two are the memory.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 and comments due today. The semester ends with every promise the register made, kept.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 I COMPLETE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420624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97480"/>
            <a:ext cx="8595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theory cards and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case study travel home.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8920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Nineteen lessons, one arc: media language to the exam that tests it. Semester II opens with evidence.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2026-08-25T03:37:42Z</dcterms:created>
  <dcterms:modified xsi:type="dcterms:W3CDTF">2026-08-25T03:37:42Z</dcterms:modified>
</cp:coreProperties>
</file>