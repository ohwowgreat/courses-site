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Genre sits after A1 because Section A's prompt does not ask for it, and because a class that has shot four technical elements can now evidence an attribution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from a box of tropes into an agreement between industry and audience: the version that earns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Genre-recognition demonstrated on paintings students have never seen proves the mechanism is theirs already, before any film term is used. The plan scripts this starter; it stays.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Stretch roster from the coursebook for fast readers: Lacey's repertoire of elements, Buckingham, Fiske.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Posters used for classroom teaching. Ask which elements repeat cell to cell (mask, title type, ensemble grid) and which vary; the industry side of Altman's deal is visible in the sameness.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student maps one exam-plausible genre onto the contract. A C-drama or xianxia mapping is a legitimate spoken aside per the exam-example rule; the written mapping stays exam-facing.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 3.1's two-poster comparison, which rehearses the L02 semiotics inside genre work: horror against documentary, dark serif dread against sunlit awe. Both one-sheets shown whole; the worksheet's columns run on exactly these two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D2 hybridity beat, with the canonical self-describing poster. The film is a 15; the poster is the teaching object, not a screening.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Genre must be recoverable from technical and symbolic codes alone: no famous faces. Safeguarding note from the pack applies to clip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genre-contract post is C1 blog evidence, audited as part of CS9 at L10; A2 falls Mon 10-26. If the Foreign Culture Friday claims D1, the input compresses into Monday's first half and hybridity is the cut, not Four Corners.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822960"/>
            <a:ext cx="34747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IX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400"/>
              </a:lnSpc>
              <a:buNone/>
            </a:pPr>
            <a:r>
              <a:rPr lang="en-US" sz="7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</a:t>
            </a:r>
            <a:endParaRPr lang="en-US" sz="7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and Textual Analysis · Lesson 09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  ·  Friday 16 (Foreign Culture Day flag) to Monday 19 October  ·  first of the macro elements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640080"/>
            <a:ext cx="384048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IX</a:t>
            </a:r>
            <a:endParaRPr lang="en-US" sz="3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ALTMAN · NEALE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 is</a:t>
            </a:r>
            <a:endParaRPr lang="en-US" sz="56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contract.</a:t>
            </a:r>
            <a:endParaRPr lang="en-US" sz="5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GENRE, WORKING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PAINTERS, THREE CENTURIES APART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knew instantly they belong together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5088636" cy="3794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vanitas-dut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536" y="1865376"/>
            <a:ext cx="4599484" cy="3538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77356" y="1737360"/>
            <a:ext cx="5088636" cy="3794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vangogh-sku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509" y="1865376"/>
            <a:ext cx="2594330" cy="35387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5605272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Dutch vanitas still life, 17th century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277356" y="5605272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Gogh, Skull with Burning Cigarette, 1885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" y="5943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skulls, three hundred years apart. You recognized the connection instantly, before any film term. That instant recognition is genre at work.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Genres are instances of repetition and difference ... difference is absolutely essential to the economy of genre.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Steve Neale, Genre, 1980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genre repeats what audiences expect, and changes just enough. The change is what sells the ticket.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ALTMAN · THE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SIDES OF ONE CONTRACT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gets what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industry gets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pre-sold product with a predictable budget. Genre lowers the risk: audiences already know what they are buying.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gets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promise of pleasure, with room for surprise. Enough of the familiar to trust it, enough difference to stay awake.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2120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394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QUESTION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the industry need genre more than we do?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AND DIFFERENCE, ON ONE 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DEAL, PRINTED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3270504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poster-scream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074" y="1170432"/>
            <a:ext cx="2728277" cy="40599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459224" y="1097280"/>
            <a:ext cx="3270504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poster-scream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218" y="1170432"/>
            <a:ext cx="2744517" cy="40599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095488" y="1097280"/>
            <a:ext cx="3270504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2" descr="/Users/dogan/Documents/Vaults/Courses/wiki/classes/media-studies/decks/_build/img/poster-scream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428" y="1170432"/>
            <a:ext cx="2706624" cy="405993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53492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Scream (1996), Scream 2 (1997), Scream 3 (2000): one-sheets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822960" y="5715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2960" y="5852160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mask, same title style, same faces: repetition is the promise. The number is the difference that sells the ticket again.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Neale calls this the economy of genre.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A GENRE YOU KNOW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HORROR, CRIME DRAMA, SITCOM, DOCUMENTARY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 of the contract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repeats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conventions the audience expects and would miss if absent.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varies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283196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difference this instance offers: the reason to watch this one.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profits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737360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makes money from the repetition: the studio, the platform, the franchise.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promised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283196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pleasure the audience is being sold: fear, romance, awe, comfort.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 is not simply given by culture: rather, it is in a constant process of negotiation and change.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David Buckingham, 1993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Genres are not fixed. Audiences and the industry keep re-negotiating what belongs in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POSTERS, TWO CONTRACTS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3.1: EXPECTATIONS AGAINST SIGNIFIERS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3717036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poster-conjur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635" y="1170432"/>
            <a:ext cx="2983686" cy="41513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05756" y="1097280"/>
            <a:ext cx="3717036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poster-freesol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54" y="1170432"/>
            <a:ext cx="2933639" cy="41513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5413248"/>
            <a:ext cx="3717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Conjuring (2013)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905756" y="5413248"/>
            <a:ext cx="3717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Solo (2018)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9079992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Expectations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079992" y="1810512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does each poster promise the evening will feel like?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9079992" y="35204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9079992" y="3959352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exact elements carry the promise: type, palette, light, face, body?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poster-shaun_a6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HYBRIDITY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22960" y="1188720"/>
            <a:ext cx="65836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3716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contracts,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ticket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2926080"/>
            <a:ext cx="6583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Hybridity: one text holding two genre contracts at once.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romantic comedy, with zombies. The film keeps both promises: the warmth and the chaos. It needs both audiences.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one hybrid text. Say what each parent genre contributes.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001000" y="6126480"/>
            <a:ext cx="400507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Shaun of the Dead (2004), one-sheet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CORNERS · TITLES STRIPPED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 IS HIGHER THAN IT WAS IN SEPTEMBER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atmosphere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September you would have said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feels scary. The music is creepy and it is dark.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you can say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260604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78892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key lighting, faces held in shallow focus, eleven cuts in twenty seconds, and a non-diegetic drone under the whole thing.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1206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clips, titles removed. Four genres, four corners. Move to your corner, then defend it with two pieces of code evidence.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· POSTED TO THE BLOG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COMPONENT 1 RESEARCH ENTRY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your opening promising?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82880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genre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120640" y="19659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one your opening is offering, named plainly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828800" y="2862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promise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120640" y="286207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audience is being sold: fear, romance, awe, comfort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22960" y="37581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828800" y="37581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codes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120640" y="37581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technical or symbolic codes carry that promise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22960" y="465429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828800" y="46542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variation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120640" y="465429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will do differently, so it is not a copy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822960" y="5623560"/>
            <a:ext cx="10543032" cy="82296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5806440"/>
            <a:ext cx="9994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  </a:t>
            </a:r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group that cannot answer question four has designed a copy, and learns it eight days before A2, with time to fix it.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51460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Narrative, Barthes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Blog Audit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10. Todorov and Propp, with the cases where they fail, then the blog audit that makes A2 safe.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2026-08-25T03:15:12Z</dcterms:created>
  <dcterms:modified xsi:type="dcterms:W3CDTF">2026-08-25T03:15:12Z</dcterms:modified>
</cp:coreProperties>
</file>