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sits after A1 because Section A's prompt does not ask for it, and because a class that has shot four technical elements can now evidence an attribution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Reframed from a box of tropes into an agreement between industry and audience: the version that earns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Genre-recognition demonstrated on paintings students have never seen proves the mechanism is theirs already, before any film term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must be recoverable from technical and symbolic codes alone: no famous faces. Safeguarding note from the pack applies to clip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82296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and Textual Analysis · Lesson 09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 ·  Friday 16 (Foreign Culture Day flag) to Monday 19 October  ·  first of the macro elements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640080"/>
            <a:ext cx="38404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· NEALE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is</a:t>
            </a:r>
            <a:endParaRPr lang="en-US" sz="56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contract.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GENRE, WORKING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PAINTERS, THREE CENTURIES APART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knew instantly they belong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88636" cy="3794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vanitas-du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36" y="1865376"/>
            <a:ext cx="4599484" cy="3538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7356" y="1737360"/>
            <a:ext cx="5088636" cy="3794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Users/dogan/Documents/Vaults/Courses/wiki/classes/media-studies/decks/_build/img/vangogh-sku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509" y="1865376"/>
            <a:ext cx="2594330" cy="3538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6052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vanitas still life, 17th century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77356" y="56052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Gogh, Skull with Burning Cigarette, 1885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skulls, two centuries apart. The recognition was instant, and it happened before a single film term. That recognition is genre working.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Genres are instances of repetition and difference, and difference is absolutely essential to the economy of genre.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Neale, Genre and Hollywood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ALTMAN · THE DEAL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SIDES OF ONE CONTRACT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gets what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industry gets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pre-sold, budgetable product. Genre lowers the risk: audiences already know roughly what they are buying.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gets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promise of pleasure, with room for surprise. Enough of the familiar to trust it, enough difference to stay awake.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question: why does the industry need genre more than we do?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 GENRE YOU KNOW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HORROR, CRIME DRAMA, SITCOM, DOCUMENTARY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of the contract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repeats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conventions the audience expects and would miss if absent.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varies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283196" y="246888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this instance offers: the reason to watch this one.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profits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737360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banks on the repetition: the studio, the platform, the franchise.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promised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83196" y="4663440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pleasure the audience is being sold: fear, romance, awe, comfort.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is not simply given by the culture: it is a constant process of negotiation and change.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Buckingham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CORNERS · TITLES STRIPPED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IS HIGHER THAN IT WAS IN SEPTEMBER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Evidence, not atmosphere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September you would have said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feels scary. The music is creepy and it is dark.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you can say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88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key lighting, faces held in shallow focus, eleven cuts in twenty seconds, and a non-diegetic drone under the whole thing.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clips, titles and credits removed, four candidate genres in the four corners. Commit by moving, then defend the corner from codes alone, two pieces of evidence noted.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· POSTED TO THE BLOG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COMPONENT 1 RESEARCH ENTRY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your opening promising?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120640" y="1965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one your opening is offering, named plainly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862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promise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20640" y="28620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audience is being sold: fear, romance, awe, comfort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37581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37581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codes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20640" y="37581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technical or symbolic codes carry that promise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28800" y="4654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variation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120640" y="46542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do differently, so it is not a copy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22960" y="5623560"/>
            <a:ext cx="10543032" cy="82296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66928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group that cannot answer the last one has designed a pastiche, and now knows it eight days before A2. That is why genre sits here and not in November.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5146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Narrative, Barthes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Blog Audit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10. Todorov and Propp with their failure conditions attached, then the audit that makes A2 safe.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2026-08-09T08:10:22Z</dcterms:created>
  <dcterms:modified xsi:type="dcterms:W3CDTF">2026-08-09T08:10:22Z</dcterms:modified>
</cp:coreProperties>
</file>