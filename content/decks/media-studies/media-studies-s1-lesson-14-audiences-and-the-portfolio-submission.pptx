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Component 1 arc closes. Audience theory begins on schedule, but the week bends around Friday: A3 goes in, no edits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Audiences do things with media; media does not simply do things to audiences. That reversal is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Daumier's theatre crowd, rapt and forward-leaning: the active audience, a century before the theory named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822960"/>
            <a:ext cx="44805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XIV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Audiences and the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Submission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Contexts · Lesson 14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days  ·  Monday 23 November to Tuesday 1 December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640080"/>
            <a:ext cx="48463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XIV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REVERSAL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people do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media.</a:t>
            </a:r>
            <a:endParaRPr lang="en-US" sz="5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IT FOR?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IS ALMOST ALWAYS WRONG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Mass, niche, target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Aimed at everyone at once: the gala, the blockbuster, the front page.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Aimed at a defined interest group: the specialist channel, the fan community.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Aimed at a precise profile: age, taste, platform, spending. What advertisers pay for.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53035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as Four Corners: mass, niche, target, undecided; commit by moving, one corner defends. Demographics vs psychographics: who they are, versus what they want.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what media do to people, but what people do with the media.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Elihu Katz, 1959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EFFECTS MODELS, STATED FAIRLY THEN LIMITED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CANNOT EXPLAIN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models, and their edges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Hypodermic: media injects a message and the audience absorbs it. Cultivation: heavy exposure slowly shapes a worldview.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limit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horror fan who sleeps fine. The ad seen a hundred times that never sold anything. Audiences are not needles waiting to be filled.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534924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counter-evidence log runs on myth-busting points: an example that survives the room's challenge scores.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BLUMLER AND KATZ · USES AND GRATIFICATIONS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AUDIENCES AS ACTIVE CHOOSERS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jobs we need media to do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Escape and release: from routine, from problems, into feeling.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relationships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283196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and connection: characters as friends, shared talk with real ones.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identity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mirror: comparing your own life and values against what you watch.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Surveillance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83196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Information: knowing what is happening, in the world and your world.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daumier-drama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ACTIVE AUDIENCE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Leaning in, gripped, doing work: an audience is never a blank surface being written on.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Honore Daumier, The Drama, c. 1860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anet-good-beer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Edouard Manet, A Good Glass of Beer, 1873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MAP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Gratification,</a:t>
            </a:r>
            <a:endParaRPr lang="en-US" sz="4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personified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6583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man, a beer, an evening off. Diversion, painted in 1873. Map your real weekly media use onto the four gratifications, the L01 log with a theory attached. The honesty rule is absolute: the comfort re-watch and the 2 a.m. scroll are data, not confessions. Which gratification does your own C1 product serve, and how would you know?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HELP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ORDER, NOT HAND-RAISING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CCR surgery, by triage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double is the last room where help is available before submission. The queue is ordered by CS11 severity, not by who raises a hand: every student is seen, and the strongest drafts get peer support instead of teacher time. Each visit ends with one fix executed, not promised. Friday is logistics, not heroics.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goes in.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edits after.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exported and playable, CCR posted, blog complete and dated, URLs logged. A3 in Friday 27 November. No edits after is in the register, and it is absolute.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RETURN, AND THE TARGET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SELF-BAND BEFORE THE MARK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A3 back, one target forward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first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0" y="182880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bands their own portfolio against the C1 criteria before the mark; the gap is the conversation.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063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target (LB4)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14800" y="306324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Specific, evidenced, achievable in S2: hold focus in low light beats get better at filming.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97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 announced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Wednesday 16 December, Component 2 Section A. Today is the last session that clears the notice window.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539496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Institutions and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A Craft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15. Morley, ownership, and Section A with the mark scheme open.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2026-08-09T07:47:22Z</dcterms:created>
  <dcterms:modified xsi:type="dcterms:W3CDTF">2026-08-09T07:47:22Z</dcterms:modified>
</cp:coreProperties>
</file>