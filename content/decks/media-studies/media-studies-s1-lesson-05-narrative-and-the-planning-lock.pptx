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theory and production planning converge on one Wednesday: every C1 plan locked to the standard of a plan someone else could shoot.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Rubens' assistants painted whole ceilings from his sketches. That is the bar: a plan complete enough to be executed without asking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Rubens sketch sets the standard for the lock: a plan complete enough to hand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complex scene where everyone knows their role: what a locked plan looks like when it reaches the day of the shoot.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822960"/>
            <a:ext cx="3017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and</a:t>
            </a:r>
            <a:endParaRPr lang="en-US" sz="54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Planning Lock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05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across the National Day break  ·  Monday 28 September to Friday 9 October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640080"/>
            <a:ext cx="338328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589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plan someone else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could shoot.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TODOROV · THE NARRATIVE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DISTURBANCE IN YOUR OPENING?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stages, one movement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877263" y="3657600"/>
            <a:ext cx="8434426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02943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Equilibrium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stable world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711550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023006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Disruption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023006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force breaks it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820156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131613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Recognition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31613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 is seen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28762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40219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Repair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240219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attempt to fix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37369" y="33832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348826" y="2606040"/>
            <a:ext cx="19257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equilibrium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348826" y="40690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changed calm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51206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caveat that earns marks: the model fails on non-linear narratives, and saying so is the top-band move.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minimal complete plot can be seen as the shift from one equilibrium to another.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Tzvetan Todorov, The Poetics of Prose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PROPP · CHARACTERS BY FUNCTION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DO, NOT WHO THEY 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roles a story fills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840480" y="17373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seeks, and is tested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22860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86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40480" y="22860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struggles against the hero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28346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gives the hero a tool or gift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38328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3832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840480" y="33832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aids the hero on the way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39319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Princess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sought-for person or prize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2960" y="448056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4805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840480" y="44805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sends the hero out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2960" y="50292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029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hero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40480" y="502920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claims the reward unearned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7150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caveat: folk tales, 1928; apply with judgment. Dealt as Sort Wars cards: rebuild a scrambled tale, then ask your own opening: who is your donor, and do you even have one?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functions of characters serve as stable, constant elements in a tale, independent of how and by whom they are fulfilled.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Vladimir Propp, Morphology of the Folktale, 1928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ubens-sketch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Rubens, Multiple Sketch for the Banqueting House Ceiling, c. 1629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BAR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Painted from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sketch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246120"/>
            <a:ext cx="65836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Rubens' assistants painted a whole ceiling from a sketch this size, because the plan answered every question before the brush touched the wall. Your C1 plan is locked when it could be shot the same way: by someone who was not in the room.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LOCK · TEN ITEMS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DESCRIBE, QUESTION, SUGGEST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shootability checklist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Numbered shots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359152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4871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Confirmed locations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017520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455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3145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Cast attached to dates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039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38039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Equipment per session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334256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6227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44622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contingency day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4992624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828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1828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Assigned roles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17920" y="2359152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24871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0" y="24871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Costume and props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217920" y="3017520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31455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0" y="3145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Storyboard matches shot list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217920" y="3675888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38039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858000" y="38039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 fits the break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217920" y="4334256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0" y="446227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858000" y="44622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outside dependencies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6217920" y="4992624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2578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as launch clearance: ten green lights or the plan does not fly. Locked means locked: later changes are documented decisions in the diary, not silent swaps.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bruegel-wedding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EXECUTED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Dozens of figures, every one with a job: the pourers, the carriers, the seated guests.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Pieter Bruegel the Elder, The Peasant Wedding, 1567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LESSON CARRIES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BLOG, BREAK TASK, AND THE A1 DATE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things go on the record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LB1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 29 SEP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18288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Blog punctuality, posts 1 to 5. Ten minutes reserved to bring lagging blogs current.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88950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HW1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WED 30 SEP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66160" y="2999232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A1-format analysis of a self-chosen sequence over the break, plus the production shoot window.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405993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1696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 announced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" y="462686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WED 14 OCT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66160" y="4169664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attainment, announced today because its notice window falls inside the holiday.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523036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A1: Timed Media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 Analysis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06. The theory put under load, then the first sit.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2026-08-03T12:16:49Z</dcterms:created>
  <dcterms:modified xsi:type="dcterms:W3CDTF">2026-08-03T12:16:49Z</dcterms:modified>
</cp:coreProperties>
</file>