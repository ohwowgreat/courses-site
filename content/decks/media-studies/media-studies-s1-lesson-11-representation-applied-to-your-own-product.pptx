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theory taught, then immediately turned on the students' own work, while there is still production time to fix what it finds.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does not reflect the world; it constructs a version of it, by selection and combination. Never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Lincoln and McClellan posed in a tent at Antietam, 1862. The staged image of power predates the word representation as we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studio portrait models representation as construction. The three-image same-person exercise makes the point on a figure the room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11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days  ·  Monday 26 October to Tuesday 3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constructs.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reflect.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ardner-lincoln-mcclella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PHOTO-OP IS OLDER THAN THE WORD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tent, the table, who sits and who stands: every choice is doing representation work.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Gardner, Lincoln and McClellan at Antietam, 1862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connects meaning and language to culture.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Work of Representation, 1997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CONSTRUCTION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OBJECTIVE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 and combination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chosen to appear, and what is left out. The frame is an argument before anyone speaks.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Combination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chosen elements are arranged together. Meaning is built from what sits next to what.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turn inward: my C1 product represents ... as ... . Every day this week tests that sentence.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 · ENCODING AND DECODING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 IS FINISHED IN THE AUDIENCE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reading positions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reads the preferred meaning the maker encoded, and accepts it.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Negotiated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accepts the broad meaning but bends it to their own situation.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Oppositional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understands the preferred meaning and reads against it, on purpose.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5349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4864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as Four Corners: dominant, negotiated, oppositional, plus an abstain-and-justify center. Could your C1 product survive an oppositional reading? The disagreement is the theory working.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kasebier-portrait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Gertrude Kasebier, a studio portrait, c. 1900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PERSON, THREE WAYS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person never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studio portrait is a built thing: pose, light, backdrop, retouch. Take one public figure and three found images, an official portrait, a news photo, a fan edit, and list what each version selects, combines, and asks you to conclude. The construction changed; the person did not.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Stereotyping reduces, essentializes, naturalizes and fixes difference.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Spectacle of the Other, 1997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STEREOTYPING AS POWER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BENEFITS, WHO PAYS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shortcut with a beneficiary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stereotype is not a lie. It is a shortcut, and every shortcut has a beneficiary and someone who pays the toll. Ask both questions of every case: who is served by this being the quick version, and who is cost by it? A counter-stereotype, like Carl in UP, registers as surprising only because the shortcut is so well worn.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never in the frame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cannot be argued with.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never appears cannot complain. Run the inventory on your own product: who is missing, and did you choose that or default to it?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SELF-AUDIT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FULL TOOLKIT, ON YOUR OWN CUT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your own product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select and combine, and what did that leave out?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reading did we assume our audience would take?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Whose shortcut did we borrow, and who pays for it?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Absence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missing from our product, by choice or by default?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in Monday; the response cards become evidence Tuesday; LB3 posted on screening quality. The pickups are the homework.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12. Van Zoonen, Mulvey, and hooks: who is the looking arranged for?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2026-08-09T07:47:22Z</dcterms:created>
  <dcterms:modified xsi:type="dcterms:W3CDTF">2026-08-09T07:47:22Z</dcterms:modified>
</cp:coreProperties>
</file>