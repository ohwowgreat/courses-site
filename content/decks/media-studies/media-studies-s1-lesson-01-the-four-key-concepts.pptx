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one is the founding wager: 'I'm not impacted by media.' Record the vote, promise to re-run it in June. Warm, ordinary, unhurried.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media text is a made thing: someone chose the frame, the crop, the words. Say it flat on day one; the whole semester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opener's promised two-year map. Keep it under two minutes: the point is that the wager and the media-use log started something with a known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plates are Gardner's own, printed pages apart in his Sketch Book. The staging is not an accusation from historians; it is in the photographer's own captions. Content note: a dead soldier, photographed respectfully; name it plainly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D2's teach: one shared text from the opening menu, read four times. The Dior Sauvage print ad (library, Print &amp; Advertising) carries all four lenses in one object: codes, a man being sold as wildness, a luxury conglomerate, an implied reader. Name the four concepts aloud before defining them; board anchors go up now and stay up all semester.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Library of Congress holds the whole series; both frames are public domain FSA work. Tell the choosing as a story: the discard is invisible and decisive.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proofs, now with their mechanism names. The live turn follows: one staged classroom event photographed once, three pairs re-crop and re-caption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women watch soldiers leave; the printed title names them and steers the emotion. The words carry meaning the image alone cannot fix. This returns in L02 as Barthes's anchorage.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lexicon promise is on the objectives: at least five entries with EN and ZH labels by Friday, and both languages are legitimate in the room. The 24 bilingual concept cards run Sort Wars on Thursday.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CS1 announced day one to satisfy the 72-hour rule. Marked for discipline, not polish: zero interpretive claims is the single criterion. The frames are the ESL scaffold; using them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822960"/>
            <a:ext cx="2926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800"/>
              </a:lnSpc>
              <a:buNone/>
            </a:pPr>
            <a:r>
              <a:rPr lang="en-US" sz="7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</a:t>
            </a:r>
            <a:endParaRPr lang="en-US" sz="70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7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Concepts</a:t>
            </a:r>
            <a:endParaRPr lang="en-US" sz="7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to Media · Lesson 01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Wednesday 2 to Friday 4 September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640080"/>
            <a:ext cx="329184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FOUNDING CLAIM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version,</a:t>
            </a:r>
            <a:endParaRPr lang="en-US" sz="62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window.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media text is a made thing: someone chose the frame, the crop, the words.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TWO-YEAR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COURSE GOES, IN ONE SLIDE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semesters, two exams, two products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243001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now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language, the four technical elements, and your Component 1 product.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7298" y="1828800"/>
            <a:ext cx="243001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0" name="Text 8"/>
          <p:cNvSpPr/>
          <p:nvPr/>
        </p:nvSpPr>
        <p:spPr>
          <a:xfrm>
            <a:off x="3527298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spring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7298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1 goes to Cambridge. The film-industry case study. Paper 2 exam in June: AS finished.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31636" y="1828800"/>
            <a:ext cx="2430018" cy="5669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6231636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autumn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31636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A2 year begins: postmodern media, power and the media, and the start of the Component 3 campaign.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35974" y="1828800"/>
            <a:ext cx="2430018" cy="5669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6" name="Text 14"/>
          <p:cNvSpPr/>
          <p:nvPr/>
        </p:nvSpPr>
        <p:spPr>
          <a:xfrm>
            <a:off x="8935974" y="1828800"/>
            <a:ext cx="2430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spring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35974" y="2542032"/>
            <a:ext cx="24300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3 submitted. Changing media environments. Paper 4 in June: the full A Level.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83480"/>
            <a:ext cx="51343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year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31636" y="4983480"/>
            <a:ext cx="51343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year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55321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Half of the AS grade is a product you make. The work starts this week, with a blog.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· PROOF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IS A SECOND PHOTOGRAPH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soldier, two photographs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ardner-last-slee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35" y="1728216"/>
            <a:ext cx="4504685" cy="34930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7356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gardner-sharpshoo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099" y="1728216"/>
            <a:ext cx="4551150" cy="3493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he fell: A Sharpshooter's Last Sleep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77356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he was carried: Home of a Rebel Sharpshooter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22960" y="577900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5888736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Staging: arranging the scene before the camera records it.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Gardner (Gettysburg, 1863) moved the soldier and propped the rifle. The photograph records an arrangement.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photograph passes for incontrovertible proof that a given thing happened.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Susan Sontag, On Photography, 1977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treat a photograph as certain proof that something really happened. This lesson tests that belief.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KEY CONCEPTS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TEXT FOUR TIMES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tools, not four words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069080" y="164592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text makes meaning: the codes, framing, and choices that build the message.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633472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72491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069080" y="2724912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people, places and ideas are shown, and what each showing leaves out.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712464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03904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54480" y="380390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069080" y="3803904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made it, who paid for it, and why. The money shapes the content.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791456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82896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88289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069080" y="4882896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it is for, and what they do with it. You are an audience before anything else.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5870448"/>
            <a:ext cx="67665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0" y="1051560"/>
            <a:ext cx="3886200" cy="4800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3" name="Image 0" descr="/Users/dogan/Documents/Vaults/Courses/wiki/classes/media-studies/decks/_build/img/dior-sauv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6465" y="1179576"/>
            <a:ext cx="3289430" cy="454456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498080" y="58978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shared text: one print ad, read four times through four lenses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· PROOF TWO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FRAMES TAKEN, ONE FRAME CHOSEN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frame of six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lange-nipomo-a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568" y="1728216"/>
            <a:ext cx="4391419" cy="34930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7356" y="1600200"/>
            <a:ext cx="5088636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migrant-moth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495" y="1728216"/>
            <a:ext cx="2412359" cy="3493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frame nobody remembers: the tent, the setting, the faces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77356" y="5404104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 the century kept: Migrant Mother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22960" y="577900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" y="5888736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Selection: choosing one frame and rejecting the rest.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Lange (Nipomo, 1936) took six exposures. One was chosen, cropped, and retouched. You never see the other five.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MEDIATION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MECHANISMS, THREE NAMES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terms you will reuse all course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246120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ardner-sharpshoo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0576" y="1673352"/>
            <a:ext cx="2370887" cy="18196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57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20624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Arranging the scene before the camera records it. Gardner moved the body.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471416" y="1600200"/>
            <a:ext cx="3246120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1" descr="/Users/dogan/Documents/Vaults/Courses/wiki/classes/media-studies/decks/_build/img/migrant-moth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6126" y="1673352"/>
            <a:ext cx="1256700" cy="18196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71416" y="3657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471416" y="4069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71416" y="420624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this frame and this crop. Lange kept one exposure out of six.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119872" y="1600200"/>
            <a:ext cx="3246120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7" name="Image 2" descr="/Users/dogan/Documents/Vaults/Courses/wiki/classes/media-studies/decks/_build/img/underwood-sweethear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213" y="1673352"/>
            <a:ext cx="2325439" cy="18196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19872" y="3657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119872" y="4069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119872" y="420624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words that tell you how to read the image. The caption controls the meaning.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sweetheart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 · PROOF THREE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caption tells you who they are and how to feel: Mother, Wife, and Sweetheart.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Seventh Regiment marching to war, c. 1917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Seeing comes before words. The child looks and recognizes before it can speak.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Berger, Ways of Seeing, 1972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SESSIONS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days, one habit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vote. The four Key Concepts, named and applied. Three proofs that a text is a version, not a window. Task: keep an overnight media-use log. Blog set-up begins.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71416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600" dirty="0"/>
          </a:p>
        </p:txBody>
      </p:sp>
      <p:sp>
        <p:nvSpPr>
          <p:cNvPr id="11" name="Shape 9"/>
          <p:cNvSpPr/>
          <p:nvPr/>
        </p:nvSpPr>
        <p:spPr>
          <a:xfrm>
            <a:off x="4471416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71416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logs become the room's data. Sort Wars: the 24 bilingual concept cards, three rounds, every placement defended aloud. Lexicon: five entries by Friday.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19872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600" dirty="0"/>
          </a:p>
        </p:txBody>
      </p:sp>
      <p:sp>
        <p:nvSpPr>
          <p:cNvPr id="15" name="Shape 13"/>
          <p:cNvSpPr/>
          <p:nvPr/>
        </p:nvSpPr>
        <p:spPr>
          <a:xfrm>
            <a:off x="8119872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19872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Denotation only: describe, do not interpret. Write CS1, then test it in the Smuggler Hunt.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IN CLASS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 only. Do not interpret.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028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paragraph on an unseen image. Pure denotation: what is there, not what it means.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PARKED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Words like worried, poor, desperate go on the parked list. Lesson 02 collects them.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interpretation. A paragraph that survives the Smuggler Hunt.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10543032" cy="137160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FRAMES ON EVERY DESK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image shows ...   ·   In the foreground / background ...   ·   The figure is positioned ...   ·   The text reads ...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4406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  </a:t>
            </a:r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exam rewards describing before interpreting. We build that habit now, on day three.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· Representation · Industry · Audience: the four Key Concepts, now yours.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Semiotics,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and Codes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02. The parked list gets its name: connotation.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2026-08-25T13:06:00Z</dcterms:created>
  <dcterms:modified xsi:type="dcterms:W3CDTF">2026-08-25T13:06:00Z</dcterms:modified>
</cp:coreProperties>
</file>