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one is the founding wager: 'I'm not impacted by media.' Record the vote, promise to re-run it in June. Warm, ordinary, unhurried.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media text is a made thing: someone chose the frame, the crop, the words. Say it flat on day one; the whole semester proves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famous photograph of the American Civil War, and it was arranged. The staging is older than Photoshop by a century and a 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Selection is the quietest mediation: the six-exposure contact sheet and the retouched thumb are widely documented. Tell it as a story, not a footnote.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women watch soldiers leave; the printed title names them and steers the emotion. The words carry meaning the image alone cannot fix. This returns in L02 as Barthes's anchorage.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CS1 announced day one to satisfy the 72-hour rule. Marked for discipline, not polish: zero interpretive claims is the single criterion.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822960"/>
            <a:ext cx="29260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32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800"/>
              </a:lnSpc>
              <a:buNone/>
            </a:pPr>
            <a:r>
              <a:rPr lang="en-US" sz="7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</a:t>
            </a:r>
            <a:endParaRPr lang="en-US" sz="7000" dirty="0"/>
          </a:p>
          <a:p>
            <a:pPr indent="0" marL="0">
              <a:lnSpc>
                <a:spcPts val="6800"/>
              </a:lnSpc>
              <a:buNone/>
            </a:pPr>
            <a:r>
              <a:rPr lang="en-US" sz="7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Concepts</a:t>
            </a:r>
            <a:endParaRPr lang="en-US" sz="7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 to Media · Lesson 01 of 16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  ·  Tuesday 1 to Friday 4 September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640080"/>
            <a:ext cx="329184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38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FOUNDING CLAIM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420624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7680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200"/>
              </a:lnSpc>
              <a:buNone/>
            </a:pPr>
            <a:r>
              <a:rPr lang="en-US" sz="6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version,</a:t>
            </a:r>
            <a:endParaRPr lang="en-US" sz="62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6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window.</a:t>
            </a:r>
            <a:endParaRPr lang="en-US" sz="6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dogan-Documents-Vaults-Courses/a3a5132d-721f-4cd4-8ddd-e62e2b37b51b/scratchpad/img/crops/gardner-sharpshooter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· PROOF ONE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body was moved and the rifle propped, before the shutter ever opened.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Alexander Gardner, Home of a Rebel Sharpshooter, Gettysburg, 1863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photograph passes for incontrovertible proof that a given thing happened.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Susan Sontag, On Photography, 1977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 · FOUR LENSES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EVERY TEXT FOUR TIMES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tools, not four words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Language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737360" y="2487168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is made to mean: the codes, framing and choices that build the message.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368796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283196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283196" y="2487168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people, places and ideas are shown, and what each showing leaves out.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737360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737360" y="4681728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made it, who paid, and why: funding follows content, always.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368796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283196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283196" y="4681728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it is for, and what they do with it. You are an audience before anything else.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dogan-Documents-Vaults-Courses/a3a5132d-721f-4cd4-8ddd-e62e2b37b51b/scratchpad/img/crops/migrant-mother_a69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0"/>
            <a:ext cx="473659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35240" y="6126480"/>
            <a:ext cx="437083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Dorothea Lange, Migrant Mother, 1936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 · PROOF TWO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1264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21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frame</a:t>
            </a:r>
            <a:endParaRPr lang="en-US" sz="48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six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822960" y="3246120"/>
            <a:ext cx="6309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Lange shot six exposures and chose this one. It was cropped, and a distracting thumb was later retouched away. Every photograph is also the frames nobody chose.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MEDIATION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MECHANISMS, THREE NAMES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Named so you can reuse them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822960" y="292608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0632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Arranging the scene before the shutter. Gardner moved the body; the photograph records a fiction.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471416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400" dirty="0"/>
          </a:p>
        </p:txBody>
      </p:sp>
      <p:sp>
        <p:nvSpPr>
          <p:cNvPr id="11" name="Shape 9"/>
          <p:cNvSpPr/>
          <p:nvPr/>
        </p:nvSpPr>
        <p:spPr>
          <a:xfrm>
            <a:off x="4471416" y="292608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1416" y="30632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71416" y="34747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Choosing this frame, this crop. Lange kept one of six; the discard is invisible and decisive.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19872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400" dirty="0"/>
          </a:p>
        </p:txBody>
      </p:sp>
      <p:sp>
        <p:nvSpPr>
          <p:cNvPr id="15" name="Shape 13"/>
          <p:cNvSpPr/>
          <p:nvPr/>
        </p:nvSpPr>
        <p:spPr>
          <a:xfrm>
            <a:off x="8119872" y="292608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19872" y="30632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Anchorage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19872" y="34747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words that tell you how to read the picture. A caption steers a meaning the image alone cannot fix.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dogan-Documents-Vaults-Courses/a3a5132d-721f-4cd4-8ddd-e62e2b37b51b/scratchpad/img/crops/underwood-sweetheart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ANCHORAGE · PROOF THREE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caption tells you who they are and how to feel: Mother, Wife, and Sweetheart.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Underwood &amp; Underwood, Seventh Regiment marching to war, c. 1917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Seeing comes before words. The child looks and recognizes before it can speak.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Berger, Ways of Seeing, 1972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SESSIONS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days, one habit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1089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Tuesday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opener and the wager: keep a 24-hour media-use log. Nobody's list will be short.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471416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600" dirty="0"/>
          </a:p>
        </p:txBody>
      </p:sp>
      <p:sp>
        <p:nvSpPr>
          <p:cNvPr id="11" name="Shape 9"/>
          <p:cNvSpPr/>
          <p:nvPr/>
        </p:nvSpPr>
        <p:spPr>
          <a:xfrm>
            <a:off x="4471416" y="297180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1416" y="31089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Wednesday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71416" y="352044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Key Concepts, then a version not a window proven three times: staging, selection, anchorage.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19872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600" dirty="0"/>
          </a:p>
        </p:txBody>
      </p:sp>
      <p:sp>
        <p:nvSpPr>
          <p:cNvPr id="15" name="Shape 13"/>
          <p:cNvSpPr/>
          <p:nvPr/>
        </p:nvSpPr>
        <p:spPr>
          <a:xfrm>
            <a:off x="8119872" y="297180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19872" y="31089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19872" y="352044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Denotation only: describe an unseen image with every meaning held back. CS1 is written and collected.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FRIDAY, IN CLASS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Describe only. Hold every meaning back.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paragraph on an unseen image, pure denotation: what is there, not what it means. Worried, poor, desperate go on a parked list that L02 will collect. A paragraph with zero interpretive claims, one that survives a peer hunt, is the win.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Describing before meaning is what the exam rewards, so it is installed on day three, not discovered in October.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5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Semiotics: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Images Mean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4892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02. The parked list gets its name: connotation.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2026-07-25T03:59:42Z</dcterms:created>
  <dcterms:modified xsi:type="dcterms:W3CDTF">2026-07-25T03:59:42Z</dcterms:modified>
</cp:coreProperties>
</file>