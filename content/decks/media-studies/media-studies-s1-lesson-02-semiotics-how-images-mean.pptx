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words circled in the CS1 exit swap get their name on Monday. The name is connotation.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Semiotics is a tool, not a philosophy. This week it takes the sign apart and hands the parts back with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build the chain, then challenge each link. The point is that connotation is cultural, not natural.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L01's stereograph returns with a theorist's name. Anchorage fixes the floating chain; relay is when words and image take turns carrying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822960"/>
            <a:ext cx="37490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Semiotics:</a:t>
            </a:r>
            <a:endParaRPr lang="en-US" sz="58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Images Mean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Language · Lesson 02 of 16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days  ·  Monday 7 to Friday 11 September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0080"/>
            <a:ext cx="411480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sign,</a:t>
            </a:r>
            <a:endParaRPr lang="en-US" sz="6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taken apart.</a:t>
            </a: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SAUSSURE · THE 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PARTS, ONE MEANING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sign has two halves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4114800" cy="1965960"/>
          </a:xfrm>
          <a:prstGeom prst="rect">
            <a:avLst/>
          </a:prstGeom>
          <a:solidFill>
            <a:srgbClr val="E8EFE7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743200"/>
            <a:ext cx="914400" cy="0"/>
          </a:xfrm>
          <a:prstGeom prst="line">
            <a:avLst/>
          </a:prstGeom>
          <a:noFill/>
          <a:ln w="25400">
            <a:solidFill>
              <a:srgbClr val="8C3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80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form you perceive: the marks, the sound, the letters r-o-s-e.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78040" y="2057400"/>
            <a:ext cx="4114800" cy="1965960"/>
          </a:xfrm>
          <a:prstGeom prst="rect">
            <a:avLst/>
          </a:prstGeom>
          <a:solidFill>
            <a:srgbClr val="E8EFE7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2743200"/>
            <a:ext cx="914400" cy="0"/>
          </a:xfrm>
          <a:prstGeom prst="line">
            <a:avLst/>
          </a:prstGeom>
          <a:noFill/>
          <a:ln w="25400">
            <a:solidFill>
              <a:srgbClr val="8C3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2880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 it calls up: the concept of a rose, formed in your mind.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600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10543032" cy="822960"/>
          </a:xfrm>
          <a:prstGeom prst="rect">
            <a:avLst/>
          </a:prstGeom>
          <a:solidFill>
            <a:srgbClr val="4A6B5D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43484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 THE SIGN, the unit that carries meaning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bond between the signifier and the signified is arbitrary.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Ferdinand de Saussure, Course in General Linguistics, 1916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PARKED LIST GETS ITS NAME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LAYERS OF MEANING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shows, what it suggests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Denotation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literal, first-order meaning: what is simply there. A red flower on a stem.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Connotation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second-order meaning it carries: romance, passion, grief, apology. The parked list from CS1, now legal.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redoute-rose_a6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0"/>
            <a:ext cx="437083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0" y="6126480"/>
            <a:ext cx="400507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Pierre-Joseph Redouté, Rosa gallica regalis, c. 1817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CONNOTATION CHAINS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6675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Rose, and</a:t>
            </a:r>
            <a:endParaRPr lang="en-US" sz="4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after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  →  romance  →  Valentine's  →  spending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link feels natural. None of it is. Challenge every arrow with one question: who taught you that? Connotation is learned, and what is learned can be unlearned, or sold back to you.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CONNOTATION IS CULTURAL, NOT NATURAL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CLOSING ASIDE: WHERE CULTURES DIVERGE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signifier, split meaning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7830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17830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4144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0" y="244144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Purity, the bride, the wedding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0" y="244144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Mourning, the funeral, loss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09981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9981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657600" y="309981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Danger, stop, warning, debt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09981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Fortune, joy, the wedding envelope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7581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7581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 four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657600" y="375818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ordinary number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0" y="375818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 sounds like 死: avoided in floors and phone numbers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441655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70916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8920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runs on the sets a Cambridge extract trades in: red, white, black, the rose, the dove, the suit. This aside proves the wheel is culture-bound; the paper only ever asks about the first set.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images are polysemous: underlying their signifiers, a floating chain of signifieds, the reader free to choose some and ignore others.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Roland Barthes, Rhetoric of the Image, 1964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 OF ADDRESS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 TEXT THINKS YOU ARE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Texts construct their readers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old does this text think you are? Not who buys it, but who the address is built for: the pronouns, the mood invited, the knowledge assumed.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trick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6974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text does not just find an audience. It constructs one. Finish the sentence honestly: this text addresses me as... but I am...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5486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Wednesday's commitment: the media area you will still be feeding in May, logged on the blog with one line of justification.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underwood-sweetheart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ANCHORAGE · THE CAPTION RETURNS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words pin down which meaning you take. Barthes calls it anchorage.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Underwood &amp; Underwood, Seventh Regiment marching to war, c. 1917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· CS2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FRIDAY, HOMEWORK-BASED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labels, one everyday text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 a media text from your own daily life with at least six accurate code labels: signifier, signified, denotation, connotation, anchorage, mode of address. The bar is accuracy, not quantity, and the cap is thirty minutes.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theory-card box opens this week: Saussure and Barthes are the first two cards. Every theorist from now gets one; the box sits on the shelf until June.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Types</a:t>
            </a:r>
            <a:endParaRPr lang="en-US" sz="5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Codes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03. Peirce's triad, and the four code families you will run for two years.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2026-08-03T12:16:33Z</dcterms:created>
  <dcterms:modified xsi:type="dcterms:W3CDTF">2026-08-03T12:16:33Z</dcterms:modified>
</cp:coreProperties>
</file>