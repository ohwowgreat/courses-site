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semester's knowledge gets audited before the exam tests it. Every case study crossed against the four Key Concepts until the uncovered cell is found. Calendar note: Tue 12-22 is listed as End-of-Semester Activity on the school calendar and is unresolved; if it claims the day, D2's trios fold into Wednesday.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century ago two astronomers photographed the entire moon, plate by plate, so that no region went unexamined. That is the week's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grid on screen is the real June 2024 page: Media Concepts, Contexts and Critical Debates, Use of Terminology, Analysis, Use of Examples, five marks each. Band each criterion before the mark is revealed; the gap is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Argue it aloud in trios, one countering from the same case study; the talk is the drafting. Plans that survived a counter do not go stale. The menu on screen is the real June 2024 pair: ownership and content, or active audiences; every trio question keeps that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Kept as the governing metaphor, one sentence and out. The matrix, not the moon, is the instrument; the next slide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Jeopardy procedure: claim, verify, score evidenced, thin, or empty. The room should see the teacher score a cell empty without ceremony; the audit only works if empty is a normal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statement, not a quotation: the week's whole deliverable in one line. The named cell feeds HW2's essay plan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Announcement wording matters: the window opens Mon 11 Jan and today clears the notice rule (the register's standing is one week; the old 14-day wording is superseded). HW2 sizing said aloud: three to four hours across the whole break, not a holiday of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revision-card deck and the case-study document travel home; nothing else does. The cover on screen is June 2024 P2/21, the paper the room has already worked with. WS 5.3 is the model of what a page contains, not a sheet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822960"/>
            <a:ext cx="50292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XVII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and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Coverage Matrix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 · Lesson 17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  ·  Monday 21 to Wednesday 23 December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640080"/>
            <a:ext cx="53949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XVII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OF COVERAGE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cell checked.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gaps left.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A4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AGAINST MARK SCHEME, NOT GRADE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Self-band first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yourself first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93776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Re-read your A4 script against the five criteria and band each one, before you see the mark. The gap between the two is the conversation.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target thread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4480560"/>
            <a:ext cx="493776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17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one new target from your AO scores, linked to your L14 target. Two data points now: your Forecast Grade has evidence.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5257800" cy="44805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3" name="Image 0" descr="/Users/dogan/Documents/Vaults/Courses/wiki/classes/media-studies/decks/_build/img/ms21-p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496" y="1660525"/>
            <a:ext cx="5001768" cy="353694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26480" y="57150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instrument itself: June 2024 mark scheme, the five-criterion Section A grid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SECTION B ARGUMENT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PLAN, AN ARGUMENT YOU COULD WIN ALOUD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140839" y="2651760"/>
            <a:ext cx="7907274" cy="0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8231" y="235915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361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position you will defend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83989" y="235915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50158" y="1691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95878" y="3108960"/>
            <a:ext cx="2361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case-study facts that back 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19747" y="235915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85916" y="1691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231636" y="3108960"/>
            <a:ext cx="2361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strongest opposing case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755505" y="2359152"/>
            <a:ext cx="585216" cy="585216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21674" y="1691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867394" y="3108960"/>
            <a:ext cx="2361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your claim still stands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977640"/>
            <a:ext cx="10543032" cy="19202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20" name="Image 0" descr="/Users/dogan/Documents/Vaults/Courses/wiki/classes/media-studies/decks/_build/img/qp21-section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0090" y="4105656"/>
            <a:ext cx="4228773" cy="16642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59436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authentic register: June 2024 Paper 2, Section B. The trio questions imitate exactly this.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who knows only his own side of the case knows little of that.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Stuart Mill, On Liberty, 1859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only know your own argument, you barely know it. Learn the counter-argument too.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loewy-moon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 BY PLATE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astronomers photographed the entire moon, plate by plate, so no region went unexamined. The week runs on that standard.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Loewy and Puiseux, Atlas Photographique de la Lune, c. 1900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COVERAGE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AGAINST THE FOUR CONCEPTS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empty cell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16118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6076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6034" y="1828800"/>
            <a:ext cx="1949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film studio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39312" y="235915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89270" y="235915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9270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39228" y="235915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39228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89186" y="2359152"/>
            <a:ext cx="1803654" cy="722376"/>
          </a:xfrm>
          <a:prstGeom prst="rect">
            <a:avLst/>
          </a:prstGeom>
          <a:solidFill>
            <a:srgbClr val="FAF8F1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9186" y="235915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streaming platform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39312" y="322783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89270" y="3227832"/>
            <a:ext cx="1803654" cy="722376"/>
          </a:xfrm>
          <a:prstGeom prst="rect">
            <a:avLst/>
          </a:prstGeom>
          <a:solidFill>
            <a:srgbClr val="FAF8F1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9270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39228" y="322783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9228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89186" y="322783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9186" y="322783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public broadcaster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639312" y="409651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89270" y="409651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9270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39228" y="4096512"/>
            <a:ext cx="1803654" cy="722376"/>
          </a:xfrm>
          <a:prstGeom prst="rect">
            <a:avLst/>
          </a:prstGeom>
          <a:solidFill>
            <a:srgbClr val="4A6B5D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9228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489186" y="4096512"/>
            <a:ext cx="1803654" cy="722376"/>
          </a:xfrm>
          <a:prstGeom prst="rect">
            <a:avLst/>
          </a:prstGeom>
          <a:solidFill>
            <a:srgbClr val="E8EFE7"/>
          </a:solidFill>
          <a:ln w="9525">
            <a:solidFill>
              <a:srgbClr val="8AA3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89186" y="4096512"/>
            <a:ext cx="1803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Jeopardy: claim a cell by producing the evidence. The room verifies: evidenced, thin, or empty.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honest “empty” also scores. The game rewards the audit, not the bluff. These rows are examples; yours are the room's case studies.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 OF THE WEEK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weakest cell,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in writing.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leaves with the emptiest cell of their own matrix named. That cell is the HW2 target, and the break exists to fill 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BREAK, AND THE EXAM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LAST TEACHING SESSION BEFORE THE WINDOW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on the record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MON 4 JAN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874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revision page per case study, plus one Section B essay plan aimed at the named weakest cell. Three to four hours across eleven days.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EoT announced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904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FROM MON 11 JAN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34290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two-hour Component 2. Today is the last teaching session that clears the notice window; the format is A4's plus Section B, nothing new.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TRAVELS HOME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REVISION SPINE, IN DOCUMENTS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43000"/>
            <a:ext cx="3270504" cy="39776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w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66638"/>
            <a:ext cx="3014472" cy="21303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193792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theory-card deck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504688"/>
            <a:ext cx="3270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2.1, built since Lesson 02: the consolidation spine, due back full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59224" y="1143000"/>
            <a:ext cx="3270504" cy="39776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0" name="Image 1" descr="/Users/dogan/Documents/Vaults/Courses/wiki/classes/media-studies/decks/_build/img/ws5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2066638"/>
            <a:ext cx="3014472" cy="21303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59224" y="5193792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page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59224" y="5504688"/>
            <a:ext cx="3270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5.3, the National Geographic sheet: what one revision page contains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5488" y="1143000"/>
            <a:ext cx="3270504" cy="39776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4" name="Image 2" descr="/Users/dogan/Documents/Vaults/Courses/wiki/classes/media-studies/decks/_build/img/qp21-co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891" y="1271016"/>
            <a:ext cx="2631697" cy="3721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95488" y="5193792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 it feeds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095488" y="5504688"/>
            <a:ext cx="3270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2024 Paper 2 cover: two hours, two questions, fifty marks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Rehearsal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18. Making the exam boring: no surprises left in format, timing, or the mark scheme.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2026-08-25T03:34:14Z</dcterms:created>
  <dcterms:modified xsi:type="dcterms:W3CDTF">2026-08-25T03:34:14Z</dcterms:modified>
</cp:coreProperties>
</file>