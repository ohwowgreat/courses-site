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Semiotics and sign theory in one week, compressed from two. The coursebook gives 2.1 four pages against thirty-eight for the technical sections; the days released here pay for camera, sound, mise-en-scene and editing.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road map out loud on Friday: students who hear codes as a glossary will treat the next four weeks as vocabulary weeks and under-invest in the shoots.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build the chain, then challenge each link. The point is that connotation is cultural, not natural.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L01's stereograph returns with a theorist's name. Anchorage fixes the floating chain; relay is when words and image take turns carrying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822960"/>
            <a:ext cx="37490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Semiotics,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and Codes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02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7 to Friday 11 September  ·  the foundation, then four lessons with equipment in hand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640080"/>
            <a:ext cx="35661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WEEK GOES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Foundation, not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building.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SAUSSURE · THE 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PARTS, ONE MEANING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sign has two halves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 you perceive: the marks, the sound, the letters r-o-s-e.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7804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5236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 it calls up: the concept of a rose, formed in your mind.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822960" y="4434840"/>
            <a:ext cx="10543032" cy="82296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3484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 THE SIGN, the unit that carries meaning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bond between the signifier and the signified is arbitrary.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Ferdinand de Saussure, Course in General Linguistics, 1916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edoute-rose_a6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0" y="6126480"/>
            <a:ext cx="400507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Pierre-Joseph Redouté, Rosa gallica regalis, c. 1817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CHAINS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675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Rose, and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after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30632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rose  →  romance  →  Valentine's  →  spending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link feels natural. None of it is. Challenge every arrow with one question: who taught you that? Connotation is learned, and what is learned can be unlearned, or sold back to you.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IS CULTURAL, NOT NATURAL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CLOSING ASIDE: WHERE CULTURES DIVERGE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signifier, split meaning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414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24414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Purity, the bride, the wedding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44144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Mourning, the funeral, loss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998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0" y="30998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Danger, stop, warning, debt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98080" y="309981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Fortune, joy, the wedding envelope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581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four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657600" y="37581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ordinary number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75818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 sounds like 死: avoided in floors and phone numbers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709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8920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runs on the sets a Cambridge extract trades in: red, white, black, the rose, the dove, the suit. This aside proves the wheel is culture-bound; the paper only ever asks about the first set.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PEIRCE · THREE WAYS TO MEAN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WARS · BLENDS ARE CONTESTED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Icon, index, symbol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249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resembling.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portrait, a map, an emoji face. It looks like the thing it stands for.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27249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physical trace.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71416" y="320040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Smoke, a footprint, a photograph. The thing was really there and left a mark.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27249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convention alone.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19872" y="320040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flag, a word, a sacred deer. Only agreement makes it mean; nothing natural links them.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5486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interesting case: a photograph is an index that looks like an icon. That tension runs through the whole subject.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photograph as such and the object in itself share a common being, after the fashion of a fingerprint.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Bazin, The Ontology of the Photographic Image, 1945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THE CAPTION RETURNS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words pin down which meaning you take. Barthes calls it anchorage.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TWO-YEAR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ALL FOUR ON EVERY EXTRACT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code families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Camera, light, editing: how the image is shot and cut.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3196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Objects, color, gesture, dress: what the things in frame claim.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7360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text in frame: titles, captions, signs, subtitles.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3196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Sound, music, silence, and what is deliberately absent.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· TWO THINGS LEAVE THE ROOM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COLLECTED, ONE COMMITTED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CS2, and a decision that lasts until May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517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everyday media text of your own choosing, annotated with at least six accurate code labels. Peer-checked against the exemplar before it is collected.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media area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48716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517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Committed on Wednesday and logged on the blog with one line of justification. It feeds the case-study document in Lesson 15 and it is not revisitable next week.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663440"/>
            <a:ext cx="10543032" cy="10058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75488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road map, said plainly: the technical family is not one bullet on that checklist. It is four lessons with equipment in your hands, and every exercise you shoot in them is a dated post in your Component 1 blog.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03. Shots, angles, movement, composition, and on Tuesday you shoot six of them.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2026-08-09T08:10:22Z</dcterms:created>
  <dcterms:modified xsi:type="dcterms:W3CDTF">2026-08-09T08:10:22Z</dcterms:modified>
</cp:coreProperties>
</file>