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Semiotics and sign theory in one week, compressed from two. The coursebook gives 2.1 four pages against thirty-eight for the technical sections; the days released here pay for camera, sound, mise-en-scene and editing. Taught from Deck U2.2 on D1; the WS 2.1 theory-card spine starts today with Saussure and Barthes.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road map out loud on Friday: students who hear codes as a glossary will treat the next four weeks as vocabulary weeks and under-invest in the shoots.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Taught from Deck U2.2's worked ad reading: sign, signifier, signified, then denotation and connotation on one advertisement, then polysemy: one image, many possible readings, until context and caption narrow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build the chain, then challenge each link. The point is that connotation is cultural, not natural. The coursebook's own red-rose two-sentence task (2.1) closes the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deliberately as one slide with the aside framing: the exam-example rule governs content examples, and the footnote keeps the core exam-facing.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Cells: Twemoji (CC BY 4.0), an early radiograph from the library, the Union flag (Commons). Sort Wars deals the twelve contested signs after: emoji, X-ray, wedding ring, siren, brand logo, thumbprint, crucifix, weather vane and friends; the blends are the fun.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L01's stereograph returns with a theorist's name. Anchorage fixes the floating chain; relay is when words and image take turns carrying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caption swap staged on the slide so the mechanism is visible before pairs write their own three captions for a fresh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35-minute block, previously slide-less. Cells: Dior J'adore (library), a public-domain broadsheet front page, a social-app splash photograph (Unsplash, credited). Not a Chinese app as core, per the exam-example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D4's mapping exercise on screen: one dense still, all four families in table form, then the personal code checklist. Audio is named as the family a still cannot show, which is itself the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exemplar is peer-checked against on Friday before CS2 is collected. The ad also served as D1's worked reading, so the room has seen it twice by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media-area commitment is Wednesday's milestone; the one-line justification goes on the blog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822960"/>
            <a:ext cx="37490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Semiotics,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and Codes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7 to Friday 11 September  ·  the foundation, then four lessons with equipment in hand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640080"/>
            <a:ext cx="35661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WEEK GOES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Foundation, not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building.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SAUSSURE · THE 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ONE MEANING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sign has two halves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 you perceive: the marks, the sound, the letters r-o-s-e.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804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5236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it calls up: the concept of a rose, formed in your mind.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822960" y="4434840"/>
            <a:ext cx="10543032" cy="8229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3484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 THE SIGN, the unit that carries meaning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between the signifier and the signified is arbitrary.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Ferdinand de Saussure, Course in General Linguistics, 1916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edoute-rose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Pierre-Joseph Redouté, Rosa gallica regalis, c. 1817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CHAINS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675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Rose, and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after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  →  romance  →  Valentine's  →  spending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link feels natural. None of it is. Challenge every arrow with one question: who taught you that? Connotation is learned, and what is learned can be unlearned, or sold back to you.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IS CULTURAL, NOT NATURAL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CLOSING ASIDE: WHERE CULTURES DIVERGE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signifier, split meaning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41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24414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Purity, the bride, the wedding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4144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Mourning, the funeral, loss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998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0" y="30998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Danger, stop, warning, debt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98080" y="309981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Fortune, joy, the wedding envelope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58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four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57600" y="37581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ordinary number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75818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 sounds like 死: avoided in floors and phone numbers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709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8920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runs on the sets a Cambridge extract trades in: red, white, black, the rose, the dove, the suit. This aside proves the wheel is culture-bound; the paper only ever asks about the first set.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PEIRCE · THREE WAYS TO MEAN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WARS · BLENDS ARE CONTESTED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Icon, index, symbol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twemoji-gr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188" y="1664208"/>
            <a:ext cx="1883664" cy="18836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822960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resembling.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emoji face looks like the thing it stands for.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71416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1" descr="/Users/dogan/Documents/Vaults/Courses/wiki/classes/media-studies/decks/_build/img/xray-pl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991" y="1664208"/>
            <a:ext cx="1392970" cy="18836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71416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4471416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471416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physical trace.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71416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rays passed through a real body and left this mark.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19872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2" descr="/Users/dogan/Documents/Vaults/Courses/wiki/classes/media-studies/decks/_build/img/uk-fla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98041"/>
            <a:ext cx="3026664" cy="181599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119872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119872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119872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convention alone.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119872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agreement makes a flag mean a nation.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822960" y="5715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2960" y="58704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interesting case: a photograph is an index that looks like an icon. That tension runs through the whole subject.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photograph as such and the object in itself share a common being, after the fashion of a fingerprint.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Bazin, The Ontology of the Photographic Image, 1945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THE CAPTION RETURNS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pin down which meaning you take. Barthes calls it anchorage.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CAPTION SWAP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NEVER CHANGED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94360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underwood-sweethe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1" y="1225296"/>
            <a:ext cx="5398758" cy="42245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623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c. 1917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32320" y="1371600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6"/>
          <p:cNvSpPr/>
          <p:nvPr/>
        </p:nvSpPr>
        <p:spPr>
          <a:xfrm>
            <a:off x="736092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SYMPATHY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360920" y="18288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women give their men to the war.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132320" y="2852928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2" name="Text 9"/>
          <p:cNvSpPr/>
          <p:nvPr/>
        </p:nvSpPr>
        <p:spPr>
          <a:xfrm>
            <a:off x="736092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SUSPICION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60920" y="331012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Spectators cheer a parade they will not have to march in.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132320" y="4334256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5" name="Text 12"/>
          <p:cNvSpPr/>
          <p:nvPr/>
        </p:nvSpPr>
        <p:spPr>
          <a:xfrm>
            <a:off x="7360920" y="4471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COMEDY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60920" y="4791456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Front-row seats, and the hats stay on.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22960" y="59893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610819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captions, three texts. Anchorage is authorship: whoever writes the words re-makes the image.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OF ADDRESS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OLD DOES THIS TEXT THINK YOU ARE?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texts, three implied readers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dior-jad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684" y="1600200"/>
            <a:ext cx="1726673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luxury ad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Assumes money, taste and the habit of being looked at. Speaks in gold and one word.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71416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nyt-fro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850" y="1600200"/>
            <a:ext cx="1895252" cy="2468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71416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broadsheet front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471416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Assumes patience, prior knowledge, and trust in columns of grey text.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19872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app-splas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9972" y="1600200"/>
            <a:ext cx="1645920" cy="2468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19872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splash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119872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Assumes a thumb, an appetite for now, and no patience at all.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each implied reader: age, income, knowledge assumed, mood invited, and the pronoun the text would use for you.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ALL FOUR ON EVERY EXTRACT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code families, one dense still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6492240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adolescence-int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52535"/>
            <a:ext cx="6236208" cy="31358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321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 (Netflix, 2025): the interview room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726680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321040" y="1984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wide, static, eye level; cold institutional light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26680" y="2624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321040" y="2624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321040" y="300837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table between them; the sweatshirt; the bare walls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726680" y="36484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21040" y="3648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32104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notice on the wall; every form on the table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6725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321040" y="46725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321040" y="50566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room would sound like: hum, chairs, silence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CS2 EXEMPLAR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LABELS, ONE AD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4023360" cy="48463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378" y="1225296"/>
            <a:ext cx="3322523" cy="4590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989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Sauvage print campaign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37760" y="1325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355080" y="13258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SAUVAGE; WILD AT HEART; DIOR: three registers of one claim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937760" y="20848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55080" y="20848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firelight, open shirt, tattoos, desert dusk: wildness worn as costume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937760" y="28437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355080" y="2843784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bottle sharp and steady in the chaos: the product as the calm center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37760" y="36027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355080" y="36027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low-key, warm against cool; shallow focus pulls the face forward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937760" y="43616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55080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eye-level direct address: he looks at you looking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937760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55080" y="51206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absent by medium, and saying so is a label too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937760" y="5943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60624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accurate labels on an everyday text: that is the whole of CS2. Yours, on a text of your own choosing.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· TWO THINGS LEAVE THE ROOM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COLLECTED, ONE COMMITTED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CS2, and a decision that lasts until May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everyday media text of your own choosing, annotated with at least six accurate code labels. Peer-checked against the exemplar before it is collected.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media area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Committed on Wednesday and logged on the blog with one line of justification. It feeds the case-study document in Lesson 15 and it is not revisitable next week.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663440"/>
            <a:ext cx="10543032" cy="10058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75488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road map, said plainly: the technical family is not one bullet on that checklist. It is four lessons with equipment in your hands, and every exercise you shoot in them is a dated post in your Component 1 blog.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03. Shots, angles, movement, composition, and on Tuesday you shoot six of them.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2026-08-24T08:49:58Z</dcterms:created>
  <dcterms:modified xsi:type="dcterms:W3CDTF">2026-08-24T08:49:58Z</dcterms:modified>
</cp:coreProperties>
</file>