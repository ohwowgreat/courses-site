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weeks of terminology consolidated into vocabulary students own under pressure. Peirce sorts signs by how they mean.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images: a portrait, a footprint, a flag. All three mean something. Do they mean the same way?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still is a painting on purpose: it forces pure code-reading. Three minutes silent noticing, then the four families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reward structure said out loud: one precise technical observation tied to its effect beats a list. This is what the exam pays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822960"/>
            <a:ext cx="4206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Types</a:t>
            </a:r>
            <a:endParaRPr lang="en-US" sz="64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6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Codes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Language · Lesson 03 of 16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days  ·  Monday 14 to Friday 18 September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640080"/>
            <a:ext cx="457200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PEIRCE'S TRIAD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420624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667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sign means,</a:t>
            </a:r>
            <a:endParaRPr lang="en-US" sz="5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what.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PEIRCE · THREE WAYS TO MEAN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WARS · BLENDS ARE CONTESTED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Icon, index, symbol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249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 by resembling.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portrait, a map, an emoji face. It looks like the thing it stands for.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71416" y="20116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471416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1416" y="27249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 by physical trace.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71416" y="320040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Smoke, a footprint, a photograph. The thing was really there and left a mark.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19872" y="20116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119872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9872" y="27249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 by convention alone.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19872" y="320040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flag, a word, a sacred deer. Only agreement makes it mean; nothing natural links them.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5486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interesting case: a photograph is an index that looks like an icon. That tension runs through the whole subject.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think only in signs.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 Sanders Peirce, What Is a Sign?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caravaggio-matthew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COLD READ · AN OLD MASTER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dialogue, no famous faces, nothing but codes: where the light falls, who points at whom.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Caravaggio, The Calling of Saint Matthew, 1599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photograph as such and the object in itself share a common being, after the fashion of a fingerprint.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André Bazin, The Ontology of the Photographic Image, 1945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TWO-YEAR CHECKLIST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ALL FOUR ON EVERY EXTRACT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code families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93852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37360" y="2487168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Camera, light, editing: how the image is shot and cut.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68796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83196" y="193852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Symbolic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283196" y="2487168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Objects, color, gesture, dress: what the things in frame claim.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37360" y="413308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Written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4681728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text in frame: titles, captions, signs, subtitles.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68796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283196" y="4133088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283196" y="4681728"/>
            <a:ext cx="40827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Sound, music, silence, and what is deliberately absent.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READING PROTOCOL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MINUTES OF SILENCE FIRST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questions, every image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468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the light coming from, and what does it do?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127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31272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gestures at whom?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37856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78561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each garment or object claim?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44439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44398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text is present, or deliberately absent?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" y="51023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510235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this room actually sound like?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caravaggio-thomas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BEATS QUANTITY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exact observation, the finger entering the wound, outranks five vague ones.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Caravaggio, The Incredulity of Saint Thomas, c. 1602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POCKET INSTRUMENT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CARRIED INTO A1 AND PAPER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your own checklist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student writes a personal code checklist: the four families, the reading order, the terms you keep forgetting. It is the pocket version you will carry into every timed analysis for the next two years. Precision is a habit you build now, not a talent you are born with.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· CS3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FRIDAY, TWENTY MINUTES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Twenty terms, under pressure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Twenty items in twenty minutes: define the term, label the example. Then self-mark against the definitions on screen, correcting every missed term into the lexicon on the spot. The self-marking does more teaching than the quiz; protect it.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fifteen of twenty, or every missed term logged with its correction.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</a:t>
            </a:r>
            <a:endParaRPr lang="en-US" sz="5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Camera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04. Genre as a contract, and the camera read as verbs.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2026-08-03T12:16:39Z</dcterms:created>
  <dcterms:modified xsi:type="dcterms:W3CDTF">2026-08-03T12:16:39Z</dcterms:modified>
</cp:coreProperties>
</file>