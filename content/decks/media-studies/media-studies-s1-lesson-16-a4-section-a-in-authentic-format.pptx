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Forecast Grade anchor. Two days trace one institution end to end; Wednesday is the first authentic Section A sitting.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Lindbergh, 1927: newsreels, press syndicates, radio, records, all selling the same story to itself. The media event predates the internet by seventy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Defined and separated first; the next two slides carry them, 1995 and 2023, then 1927.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Disney/Pixar is the Scheme of Work's own conglomeration example; Mario is Deck U5.2's quiz case (Nintendo develops and owns the characters, Illumination produces, Universal distributes, Super Nintendo World extends). Hunt all three words in the students' own case-study institutions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Lindbergh as the worked historical anchor: integration, synergy, and convergence visible in 1927.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Winogrand's press scrum: cameras photographing an event staged for cameras. Boorstin's definition made visible; the students' own media events (launches, drops, teasers) follow the same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 also runs Beat the Examiner, lite: one paragraph from Cambridge's own specimen answers banded in pairs against the five criteria; the awarded level is revealed after. The unfed-criterion reread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screenings, no notes on the first, notes crossed out after writing begins: read the page's own words aloud once. A4 reuses the frozen stem with a different sealed extract.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drills run on a trailer, ninety seconds each, notes straight into the four families. Capture, do not compose.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booklet's Section A is a June 2021 extract, not a held text, so it is safe to project. The high script (a wide range of media terminology, in the same booklet) is the counter-example; both pages are in img/ as ecr-narration and ecr-high.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NRTA stays a spoken aside per the exam-example rule; the taught regulators are the case-study institutions'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extract shortlist is sealed until the sit; no still of any candidate text appears in this deck on purpose. Screening protocol on the day: four screenings, no notes on the first, notes crossed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822960"/>
            <a:ext cx="44805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A4: Section A in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 Format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Contexts · Lesson 16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14 to Friday 18 December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640080"/>
            <a:ext cx="48463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MEDIA EVENT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man,</a:t>
            </a:r>
            <a:endParaRPr lang="en-US" sz="5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channel.</a:t>
            </a:r>
            <a:endParaRPr lang="en-US" sz="5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EXAM'S THREE INSTITUTION WORDS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DEFINED AND SEPARATED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Integration, synergy, convergence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company owns more of the chain: the stages (vertical) or the rivals beside it (horizontal).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71416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Synergy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sell each other: the film sells the soundtrack sells the toy sells the sequel.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198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Convergence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and platforms flow together: one story across screen, phone, print, and feed.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WORDS, AT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1995 AND 2023, SAME MACHINE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43000"/>
            <a:ext cx="6675120" cy="40233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toystory-buzz-unwrapp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5759" y="1271016"/>
            <a:ext cx="5829521" cy="3767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21208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Toy Story (1995, Pixar/Disney): the film is literally the toy advert, and the toy is the film's premise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863840" y="1051560"/>
            <a:ext cx="3474720" cy="4206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poster-supermari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251" y="1179576"/>
            <a:ext cx="2493898" cy="39502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863840" y="52852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 Mario Bros. Movie (2023): Nintendo + Illumination + Universal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94360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Integration: the owner holds game, studio and park. Synergy: each one sells the others. Convergence: one IP across console, cinema, phone and feed.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underwood-lindbergh_a59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079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21040" y="6126480"/>
            <a:ext cx="368503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Charles Lindbergh, 1927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SYNERGY, 1927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9494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channel,</a:t>
            </a:r>
            <a:endParaRPr lang="en-US" sz="4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story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822960" y="2743200"/>
            <a:ext cx="7040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man flies across the ocean. Every channel of 1927 sells the same story: newsreels, newspapers, radio, records, endorsements.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events, synergy, convergence: all of it existed seventy years before the internet named it.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not spontaneous, but comes about because someone has planned, planted, or incited it.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Daniel Boorstin, The Image, 1962, on the pseudo-event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pseudo-event does not just happen. Someone staged it so it would be reported.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winogrand-pressconf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PSEUDO-EVENT, PHOTOGRAPHED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event that exists in order to be reported: the press conference is its purest form.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Garry Winogrand, Elliot Richardson Press Conference, Austin, 1973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INSTITUTION, END TO 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GREENLIGHT TO YOUR FEED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it all the way through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701546" y="3383280"/>
            <a:ext cx="8785860" cy="0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5514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Greenlight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says yes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2686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25852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625852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makes it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959858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83024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383024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moves 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17030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40196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140196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sells it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74202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897368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897368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 find it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231374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654540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654540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paid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50292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Annotate each link from your case-study document. Draw the whole chain on the board.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AUTHENTIC FORMAT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PAPER'S OWN TYPOGRAPHY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Thirty minutes of notes. Forty-five of writing.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0543032" cy="37490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qp21-st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2849" y="1911096"/>
            <a:ext cx="5303253" cy="34930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2024 Paper 2/21: the rubric, the screenings, and the frozen stem. A different skill from A1's single hour: the viewing window is for structured notes, not a transcript.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VIEWING-NOTES 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CAPTURE, DO NOT COMPOSE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four-family grid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0116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25420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9992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7356" y="18288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51676" y="20116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Symbolic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551676" y="25420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51676" y="29992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8862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40690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97280" y="45994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50566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7356" y="38862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51676" y="40690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551676" y="45994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51676" y="50566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85216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90-second drills: notes straight into the grid, then pens down. Capture, do not compose.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THE EXAMINER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MISTAKE, IN THE EXAMINER'S OWN HAND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5394960" cy="4663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ecr-narr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2113" y="1225296"/>
            <a:ext cx="3116654" cy="44074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8064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Example Candidate Responses, Paper 2: the low script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537960" y="1325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8C3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out of twenty-five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537960" y="1965960"/>
            <a:ext cx="48006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37960" y="21488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 NOTE 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remainder of the answer is just narration.”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FAILED 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transcript of the screen. No technique named, no meaning claimed. Careful watching, fluent writing: five marks.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 one paragraph of it in pairs. Then reread your own CS12 for the same defect.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REGULATION, THE FOURTH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THE SIT IS FRESH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chain, one link longer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6400800" cy="86868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9659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← incentive ← payer ← REGULATOR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06324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regulates your case-study institution? With what powers?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regulation visibly changes: scheduling, cuts, age ratings, and what never gets made at all.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regulation row to your document, and date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35240" y="1097280"/>
            <a:ext cx="3749040" cy="45720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0" descr="/Users/dogan/Documents/Vaults/Courses/wiki/classes/media-studies/decks/_build/img/ofcom-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3254" y="1225296"/>
            <a:ext cx="3053012" cy="43159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635240" y="5715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Ofcom Broadcasting Code: a regulator's rulebook, in print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· A4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FORECAST GRADE ANCHOR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 sits Wednesday 16 December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028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  </a:t>
            </a:r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unseen TV-drama extract. Thirty minutes of viewing and structured notes, then forty-five minutes of writing.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MARKED   </a:t>
            </a:r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official band descriptors, criterion by criterion. AO splits recorded for the L17 review.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DAY   </a:t>
            </a:r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debrief, by design. The sit ends the way the real exam ends.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406640" y="1234440"/>
            <a:ext cx="3977640" cy="40233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0" descr="/Users/dogan/Documents/Vaults/Courses/wiki/classes/media-studies/decks/_build/img/ws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56" y="1931067"/>
            <a:ext cx="3721608" cy="263010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06640" y="53035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4.6: the rubric rows and comment bank the feedback follows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Consolidation and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Coverage Matrix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17. The semester's knowledge, audited before the exam tests it.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2026-08-25T03:31:23Z</dcterms:created>
  <dcterms:modified xsi:type="dcterms:W3CDTF">2026-08-25T03:31:23Z</dcterms:modified>
</cp:coreProperties>
</file>