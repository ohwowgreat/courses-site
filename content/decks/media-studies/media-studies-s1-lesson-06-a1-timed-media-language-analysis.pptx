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attainment of the course. Monday and Tuesday put Propp and Todorov under load; Wednesday is the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theory fitting perfectly is almost never true or interesting. The strain is exactly what a top-band answer discusses.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photo of the exam, but of the attention it rewards: disciplined, systematic, unhurried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406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A1: Timed Media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Language Analysis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and Textual Analysis · Lesson 06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Monday 12 to Wednesday 14 October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39319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TOP-BAND MOVE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theory</a:t>
            </a:r>
            <a:endParaRPr lang="en-US" sz="5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strains.</a:t>
            </a:r>
            <a:endParaRPr lang="en-US" sz="5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MODELS UNDER LOAD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 FOR WHERE THEY STRAIN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theories, on real texts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Propp on a trailer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432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 the cast onto functions, then find the break: the false hero who is also the donor, the villain hidden on purpose. A withheld function is a marketing decision.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Todorov across an episode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6309360" y="260604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7432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is the disruption really? Does the new equilibrium arrive, or is it withheld for the season arc? Serial television bends the model. Name the bend.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models are wrong, but some are useful.</a:t>
            </a:r>
            <a:endParaRPr lang="en-US" sz="5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George E. P. Box, 1979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STRAIN LOG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AMMUNITION, NOT A COMPLAINT BOX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a running list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place a model failed to fit goes in a list titled Where the theory strains. It is not a complaint that the theory is broken. It is the raw material of a top-band paragraph, and it converts frustration into marks.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10543032" cy="86868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4526280"/>
            <a:ext cx="9994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Todorov's model illuminates X, although the extract complicates it by Y.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dogan-Documents-Vaults-Courses/a3a5132d-721f-4cd4-8ddd-e62e2b37b51b/scratchpad/img/crops/johnston-literature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DISCIPLINE IS THE SKILL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Systematic reading is a habit you build, not a talent: the same order, every text, every time.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Frances Benjamin Johnston, an English Literature class, Hampton, c. 1899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SCREENING PROTOCOL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EXAM'S OWN RUBRIC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viewings, one extract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140839" y="3200400"/>
            <a:ext cx="7907274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519" y="29260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32688" y="2240280"/>
            <a:ext cx="2416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32688" y="3611880"/>
            <a:ext cx="2416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69264" y="3977640"/>
            <a:ext cx="234315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notes. See the whole thing before you dissect it.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02277" y="29260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68446" y="2240280"/>
            <a:ext cx="2416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68446" y="3611880"/>
            <a:ext cx="2416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&amp; EDITING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05022" y="3977640"/>
            <a:ext cx="234315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the technical codes: shots, angles, movement, cuts, pace.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8035" y="29260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204204" y="2240280"/>
            <a:ext cx="2416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04204" y="3611880"/>
            <a:ext cx="2416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&amp; MISE-EN-SCENE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40780" y="3977640"/>
            <a:ext cx="234315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Music, silence, diegetic sound; setting, props, dress, gesture.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773793" y="2926080"/>
            <a:ext cx="548640" cy="54864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39962" y="2240280"/>
            <a:ext cx="24163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Fourth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839962" y="3611880"/>
            <a:ext cx="2416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&amp; MEANING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76538" y="3977640"/>
            <a:ext cx="234315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Structure, enigma, what the extract argues, and where it strains.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A1 IS MARKED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OFFICIAL PAPER 2 RUBRIC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criteria, best-fit, 0 to 5 each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10543032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77440" y="1737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875520" y="17373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2860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86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7744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Concepts: language and representation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0" y="2286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283464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37744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Contexts and Critical Debates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87552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338328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3832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377440" y="3383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of Terminology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875520" y="33832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/5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2960" y="39319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39319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377440" y="3931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Analysis of how meaning is created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875520" y="39319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22960" y="448056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480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377440" y="4480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of Examples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875520" y="44805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" y="50292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2120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 words: 5 Sophisticated  ·  4 Thorough  ·  3 Clear  ·  2 Limited  ·  1 Basic. So A1 is AO1 60 / AO2 40.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Sixty minutes.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unseen extract.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822960" y="4572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754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extract constructs meaning through camera, sound, mise-en-scene, editing. Everything since Week 1 is in play.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MARKS DISCUSSED, BY DESIGN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honest questions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175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it reward?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codes carried the meaning, and which the extract simply did not use.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471416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Shape 9"/>
          <p:cNvSpPr/>
          <p:nvPr/>
        </p:nvSpPr>
        <p:spPr>
          <a:xfrm>
            <a:off x="4471416" y="288036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1416" y="30175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and forgotten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471416" y="370332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code family you reached for first, and which you forgot, with evidence this time.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19872" y="205740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5" name="Shape 13"/>
          <p:cNvSpPr/>
          <p:nvPr/>
        </p:nvSpPr>
        <p:spPr>
          <a:xfrm>
            <a:off x="8119872" y="288036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19872" y="30175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thing differently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119872" y="3703320"/>
            <a:ext cx="3246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same sixty minutes: what one change would have bought the most marks?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· A1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ATTAINMENT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A1 sits Wednesday 14 October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97480"/>
            <a:ext cx="9875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Timed media language analysis of an unseen TV-drama extract, sixty minutes, full exam conditions. Marked with WS 4.6's rubric in the official five-criteria language, so the feedback transfers straight to Paper 2. Scripts back within five working days.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today: A2 announced, due Monday 26 October, blog posts 1 to 7 to the mid-point standard.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</a:t>
            </a:r>
            <a:endParaRPr lang="en-US" sz="5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Systematically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07. Barthes, the reading order, PEEM, and the blog audit that makes A2 safe.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2026-07-25T04:00:06Z</dcterms:created>
  <dcterms:modified xsi:type="dcterms:W3CDTF">2026-07-25T04:00:06Z</dcterms:modified>
</cp:coreProperties>
</file>