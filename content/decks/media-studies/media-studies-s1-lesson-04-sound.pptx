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 is the right home for day one: the sound-only opener needs twenty uninterrupted minutes and it is the only activity in the band that makes an invisible element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preamble. Play the sequence twice with no picture before a single term is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each term on a moment from the sequence they just heard blind, not on an abstract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source sequence and both beds exam-eligible. A Chinese-drama comparison is a legitimate spoken aside afterwards, per the exam-example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demonstrate the failure: twenty seconds of dialogue recorded near an open door, played back on a speaker, so the room hears what an uncontrolled space costs. Cambridge's own definition normalised here from an en dash to commas; all of its words are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04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 ·  Wednesday 16 (double) to Friday 18 September  ·  second of the four technical elements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LESSON OPENS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screen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goes black.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MINUTES, NO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COURSEBOOK'S OWN ACTIVITY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scene from the soundtrack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pass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871216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99232"/>
            <a:ext cx="3209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black. Write down every sound you hear. Every one, including the ones you would normally call nothing.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8970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89704" y="2331720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pass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89704" y="2871216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999232"/>
            <a:ext cx="3209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audio. Now write what you think is happening, and what the visuals will show. Commit to it.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5644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56448" y="2331720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picture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56448" y="2871216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2999232"/>
            <a:ext cx="3209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properly. Compare the scene you built against the scene that exists, out loud, as a class.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230368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132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built a whole scene out of audio. That is how much work sound was doing while you were watching the pictures.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is often neglected, so it is worth doing some targeted work on this, helping learners to develop a vocabulary of sound terminology.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Scheme of Work, Component 2 Section 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SYLLABUS 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TERM IS EXAMINABLE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now name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486003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diegetic  ·  non-diegetic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synchronous  ·  asynchronous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05956" y="18288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moves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05956" y="2212848"/>
            <a:ext cx="486003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5956" y="233172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bridge  ·  sound motif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perspective  ·  ambient sound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40156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speaks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85616"/>
            <a:ext cx="486003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04488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dialogue  ·  voiceover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address  ·  sound mixing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5956" y="3401568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soundtrack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05956" y="3785616"/>
            <a:ext cx="486003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3904488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 ·  incidental music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themes and stings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03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vocabulary Cambridge adds for stretch, rarely seen in scripts and cheap to acquire: harmony, dissonance, discordance, rhythm, crescendo, pitch, timbre.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foley-room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SOUND, MADE VISIBLE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822960" y="1188720"/>
            <a:ext cx="64008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 where sound is built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foley artist, mid-drop. Almost nothing you hear in a finished scene was recorded when the camera rolled: footsteps, cloth, a glass set down, a door eased shut are all performed later, object by object, in a room like this one.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the part of a soundtrack students never hear as a decision. Ambient sound, the bed under the scene, the breath before the line: every one of them was chosen and placed, which is exactly why it is easy to overlook and worth naming.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foley room at work. Vancouver Film School, CC BY 2.0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LINE, AND CROSSING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 THAT EARNS MORE THAN EITHER STATE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 radio, then a kitchen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Diegetic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song plays on the car radio. It exists in the world of the text and the character can hear it.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Non-diegetic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song continues over the next scene, in a kitchen, with no radio. Only you can hear it now.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543032" cy="96012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48056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carry itself has a name: a sound bridge. Naming the crossing is worth more than naming either side of it, because the crossing is the decision.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pictures.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music beds.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genre.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22960" y="4754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937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twice, then one question: which of those choices did the audience make, and which were made for them? The recut trailer is the fastest proof that non-diegetic music is not decoration.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FOLEY · TWENTY-FIVE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RECORDING, HEADPHONES 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have to be the real thing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Cambridge defines it precisely: incidental sound effects which are created artificially to enhance the drama, but which are diegetic, that is, they exist within the world of the film.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743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Footsteps, three surfaces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743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door, opened slowly and fast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0" y="274320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2" name="Text 10"/>
          <p:cNvSpPr/>
          <p:nvPr/>
        </p:nvSpPr>
        <p:spPr>
          <a:xfrm>
            <a:off x="8156448" y="2743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Cloth movement, close to the mic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611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punch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89120" y="361188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3611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poured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55280" y="3611880"/>
            <a:ext cx="3291840" cy="658368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8" name="Text 16"/>
          <p:cNvSpPr/>
          <p:nvPr/>
        </p:nvSpPr>
        <p:spPr>
          <a:xfrm>
            <a:off x="8156448" y="3611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Breath, gasp, hesitation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habit taught here and policed at every shoot afterwards: headphones on for every take, and the mic as close as the frame allows. Unusable audio cannot be fixed later.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THIRTY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seconds of your own opening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your own recordings, the foley takes, and one non-diegetic element. Four things must be in it: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310896" cy="31089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017520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clearly diegetic sound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22960" y="3630168"/>
            <a:ext cx="310896" cy="31089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84448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clearly non-diegetic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310896" cy="31089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151376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with a near or far perspective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solidFill>
            <a:srgbClr val="A3C1AD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18304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carrying across an implied cut, as a bridge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and dated on the blog with a rationale naming every choice by its term and saying what it is meant to do to the listener. Marked on terminology and intention, not on polish.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SOUND PAYS MORE THAN THE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NEGLECT IS AN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cheapest advantage in the course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Cambridge says candidates neglect sound. That is a statement about the field you are marked against. A script that reads camera brilliantly and never mentions sound has a coverage gap the examiner sees immediately. A script that names a sound bridge, or a shift in sound perspective, has almost always outperformed the scripts beside 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10543032" cy="91440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52628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Carries forward: the Component 3 music-promotion and documentary briefs in Grade 12 live or die on sound, and every C3 video task carries a mix.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Mise-en-scène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05. Everything in the frame is a decision, and the design board you build is your Component 1 design document.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2026-08-12T14:04:18Z</dcterms:created>
  <dcterms:modified xsi:type="dcterms:W3CDTF">2026-08-12T14:04:18Z</dcterms:modified>
</cp:coreProperties>
</file>